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5" r:id="rId4"/>
  </p:sldMasterIdLst>
  <p:sldIdLst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NULL" TargetMode="External"/><Relationship Id="rId3" Type="http://schemas.openxmlformats.org/officeDocument/2006/relationships/image" Target="../media/image1.png"/><Relationship Id="rId20" Type="http://schemas.openxmlformats.org/officeDocument/2006/relationships/image" Target="../media/image5.png"/><Relationship Id="rId2" Type="http://schemas.openxmlformats.org/officeDocument/2006/relationships/tags" Target="../tags/tag1.xml"/><Relationship Id="rId19" Type="http://schemas.openxmlformats.org/officeDocument/2006/relationships/tags" Target="../tags/tag13.xml"/><Relationship Id="rId18" Type="http://schemas.openxmlformats.org/officeDocument/2006/relationships/image" Target="../media/image4.png"/><Relationship Id="rId17" Type="http://schemas.openxmlformats.org/officeDocument/2006/relationships/tags" Target="../tags/tag12.xml"/><Relationship Id="rId16" Type="http://schemas.openxmlformats.org/officeDocument/2006/relationships/image" Target="../media/image3.png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image" Target="../media/image6.pn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NULL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4.xml"/><Relationship Id="rId17" Type="http://schemas.openxmlformats.org/officeDocument/2006/relationships/image" Target="../media/image4.png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image" Target="../media/image7.png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image" Target="../media/image2.png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image" Target="../media/image5.png"/><Relationship Id="rId2" Type="http://schemas.openxmlformats.org/officeDocument/2006/relationships/tags" Target="../tags/tag25.xml"/><Relationship Id="rId18" Type="http://schemas.openxmlformats.org/officeDocument/2006/relationships/tags" Target="../tags/tag38.xml"/><Relationship Id="rId17" Type="http://schemas.openxmlformats.org/officeDocument/2006/relationships/image" Target="../media/image3.png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image" Target="../media/image6.png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image" Target="NULL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44.xml"/><Relationship Id="rId17" Type="http://schemas.openxmlformats.org/officeDocument/2006/relationships/image" Target="../media/image4.png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image" Target="../media/image7.png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image" Target="NULL" TargetMode="External"/><Relationship Id="rId3" Type="http://schemas.openxmlformats.org/officeDocument/2006/relationships/image" Target="../media/image1.png"/><Relationship Id="rId20" Type="http://schemas.openxmlformats.org/officeDocument/2006/relationships/image" Target="../media/image5.png"/><Relationship Id="rId2" Type="http://schemas.openxmlformats.org/officeDocument/2006/relationships/tags" Target="../tags/tag91.xml"/><Relationship Id="rId19" Type="http://schemas.openxmlformats.org/officeDocument/2006/relationships/tags" Target="../tags/tag103.xml"/><Relationship Id="rId18" Type="http://schemas.openxmlformats.org/officeDocument/2006/relationships/image" Target="../media/image4.png"/><Relationship Id="rId17" Type="http://schemas.openxmlformats.org/officeDocument/2006/relationships/tags" Target="../tags/tag102.xml"/><Relationship Id="rId16" Type="http://schemas.openxmlformats.org/officeDocument/2006/relationships/image" Target="../media/image3.png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image" Target="NULL" TargetMode="External"/><Relationship Id="rId3" Type="http://schemas.openxmlformats.org/officeDocument/2006/relationships/image" Target="../media/image8.png"/><Relationship Id="rId2" Type="http://schemas.openxmlformats.org/officeDocument/2006/relationships/tags" Target="../tags/tag104.xml"/><Relationship Id="rId12" Type="http://schemas.openxmlformats.org/officeDocument/2006/relationships/image" Target="../media/image9.png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8" Type="http://schemas.openxmlformats.org/officeDocument/2006/relationships/tags" Target="../tags/tag128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8" Type="http://schemas.openxmlformats.org/officeDocument/2006/relationships/tags" Target="../tags/tag208.xml"/><Relationship Id="rId17" Type="http://schemas.openxmlformats.org/officeDocument/2006/relationships/tags" Target="../tags/tag207.xml"/><Relationship Id="rId16" Type="http://schemas.openxmlformats.org/officeDocument/2006/relationships/tags" Target="../tags/tag206.xml"/><Relationship Id="rId15" Type="http://schemas.openxmlformats.org/officeDocument/2006/relationships/tags" Target="../tags/tag205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tags" Target="../tags/tag200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/Users/win10/AppData/Local/Temp/figmazip/slide_87aca9ac9fec709f\datas\氛围图-6197&amp;75043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7"/>
            </p:custDataLst>
          </p:nvPr>
        </p:nvSpPr>
        <p:spPr>
          <a:xfrm>
            <a:off x="0" y="711202"/>
            <a:ext cx="5910580" cy="6146800"/>
          </a:xfrm>
          <a:custGeom>
            <a:avLst/>
            <a:gdLst>
              <a:gd name="connisteX0" fmla="*/ 5873163 w 5910754"/>
              <a:gd name="connsiteY0" fmla="*/ 2813992 h 6146797"/>
              <a:gd name="connisteX1" fmla="*/ 5511829 w 5910754"/>
              <a:gd name="connsiteY1" fmla="*/ 2031705 h 6146797"/>
              <a:gd name="connisteX2" fmla="*/ 18 w 5910754"/>
              <a:gd name="connsiteY2" fmla="*/ 0 h 6146797"/>
              <a:gd name="connisteX3" fmla="*/ 0 w 5910754"/>
              <a:gd name="connsiteY3" fmla="*/ 6146797 h 6146797"/>
              <a:gd name="connisteX4" fmla="*/ 4648178 w 5910754"/>
              <a:gd name="connsiteY4" fmla="*/ 6146797 h 6146797"/>
              <a:gd name="connisteX5" fmla="*/ 5873163 w 5910754"/>
              <a:gd name="connsiteY5" fmla="*/ 2813992 h 61467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5910755" h="6146798">
                <a:moveTo>
                  <a:pt x="5873164" y="2813993"/>
                </a:moveTo>
                <a:cubicBezTo>
                  <a:pt x="5989247" y="2498196"/>
                  <a:pt x="5827526" y="2148063"/>
                  <a:pt x="5511829" y="2031705"/>
                </a:cubicBezTo>
                <a:lnTo>
                  <a:pt x="18" y="0"/>
                </a:lnTo>
                <a:lnTo>
                  <a:pt x="0" y="6146798"/>
                </a:lnTo>
                <a:lnTo>
                  <a:pt x="4648179" y="6146798"/>
                </a:lnTo>
                <a:lnTo>
                  <a:pt x="5873164" y="2813993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8"/>
            </p:custDataLst>
          </p:nvPr>
        </p:nvSpPr>
        <p:spPr>
          <a:xfrm>
            <a:off x="5664196" y="5232398"/>
            <a:ext cx="6527800" cy="1625600"/>
          </a:xfrm>
          <a:custGeom>
            <a:avLst/>
            <a:gdLst>
              <a:gd name="connisteX0" fmla="*/ 5060947 w 6527801"/>
              <a:gd name="connsiteY0" fmla="*/ 806455 h 1625227"/>
              <a:gd name="connisteX1" fmla="*/ 6527801 w 6527801"/>
              <a:gd name="connsiteY1" fmla="*/ 0 h 1625227"/>
              <a:gd name="connisteX2" fmla="*/ 6527801 w 6527801"/>
              <a:gd name="connsiteY2" fmla="*/ 1625217 h 1625227"/>
              <a:gd name="connisteX3" fmla="*/ 0 w 6527801"/>
              <a:gd name="connsiteY3" fmla="*/ 1625217 h 1625227"/>
              <a:gd name="connisteX4" fmla="*/ 1574797 w 6527801"/>
              <a:gd name="connsiteY4" fmla="*/ 806455 h 1625227"/>
              <a:gd name="connisteX5" fmla="*/ 5060947 w 6527801"/>
              <a:gd name="connsiteY5" fmla="*/ 806455 h 1625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6527801" h="1625227">
                <a:moveTo>
                  <a:pt x="5060948" y="806455"/>
                </a:moveTo>
                <a:cubicBezTo>
                  <a:pt x="5435596" y="292114"/>
                  <a:pt x="6159499" y="9"/>
                  <a:pt x="6527801" y="0"/>
                </a:cubicBezTo>
                <a:lnTo>
                  <a:pt x="6527801" y="1625218"/>
                </a:lnTo>
                <a:lnTo>
                  <a:pt x="0" y="1625218"/>
                </a:lnTo>
                <a:cubicBezTo>
                  <a:pt x="0" y="1625218"/>
                  <a:pt x="615949" y="806455"/>
                  <a:pt x="1574798" y="806455"/>
                </a:cubicBezTo>
                <a:cubicBezTo>
                  <a:pt x="3394097" y="806455"/>
                  <a:pt x="4159185" y="2044443"/>
                  <a:pt x="5060948" y="806455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pic>
        <p:nvPicPr>
          <p:cNvPr id="2" name="图片 1" descr="装饰"/>
          <p:cNvPicPr/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 flipH="1">
            <a:off x="0" y="279400"/>
            <a:ext cx="5778546" cy="65786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2317115" cy="2059940"/>
          </a:xfrm>
          <a:custGeom>
            <a:avLst/>
            <a:gdLst>
              <a:gd name="connisteX0" fmla="*/ 1117597 w 2317747"/>
              <a:gd name="connsiteY0" fmla="*/ 1206495 h 2060234"/>
              <a:gd name="connisteX1" fmla="*/ 2317747 w 2317747"/>
              <a:gd name="connsiteY1" fmla="*/ 0 h 2060234"/>
              <a:gd name="connisteX2" fmla="*/ 0 w 2317747"/>
              <a:gd name="connsiteY2" fmla="*/ 0 h 2060234"/>
              <a:gd name="connisteX3" fmla="*/ 0 w 2317747"/>
              <a:gd name="connsiteY3" fmla="*/ 2057400 h 2060234"/>
              <a:gd name="connisteX4" fmla="*/ 1117597 w 2317747"/>
              <a:gd name="connsiteY4" fmla="*/ 1206495 h 206023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2317748" h="2060235">
                <a:moveTo>
                  <a:pt x="1117598" y="1206496"/>
                </a:moveTo>
                <a:cubicBezTo>
                  <a:pt x="1244599" y="279404"/>
                  <a:pt x="2044699" y="19047"/>
                  <a:pt x="2317748" y="0"/>
                </a:cubicBezTo>
                <a:lnTo>
                  <a:pt x="0" y="0"/>
                </a:lnTo>
                <a:lnTo>
                  <a:pt x="0" y="2057400"/>
                </a:lnTo>
                <a:cubicBezTo>
                  <a:pt x="330199" y="2082802"/>
                  <a:pt x="1015999" y="1948184"/>
                  <a:pt x="1117598" y="1206496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3"/>
            </p:custDataLst>
          </p:nvPr>
        </p:nvSpPr>
        <p:spPr>
          <a:xfrm>
            <a:off x="6044565" y="2665092"/>
            <a:ext cx="5524503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THE END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930899" y="3162297"/>
            <a:ext cx="5651504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>
                <a:latin typeface="汉仪正圆-75W" panose="00020600040101010101" charset="-122"/>
                <a:ea typeface="汉仪正圆-75W" panose="00020600040101010101" charset="-122"/>
              </a:rPr>
              <a:t>谢谢观看</a:t>
            </a:r>
            <a:endParaRPr lang="zh-CN" altLang="en-US" smtClean="0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19" name="图片 18" descr="装饰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 rot="5400000">
            <a:off x="752475" y="431800"/>
            <a:ext cx="812800" cy="508000"/>
          </a:xfrm>
          <a:prstGeom prst="rect">
            <a:avLst/>
          </a:prstGeom>
        </p:spPr>
      </p:pic>
      <p:pic>
        <p:nvPicPr>
          <p:cNvPr id="17" name="图片 16" descr="装饰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 rot="5400000">
            <a:off x="11226165" y="4915535"/>
            <a:ext cx="508000" cy="812800"/>
          </a:xfrm>
          <a:prstGeom prst="rect">
            <a:avLst/>
          </a:prstGeom>
        </p:spPr>
      </p:pic>
      <p:pic>
        <p:nvPicPr>
          <p:cNvPr id="18" name="图片 17" descr="装饰图"/>
          <p:cNvPicPr/>
          <p:nvPr userDrawn="1"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 flipH="1">
            <a:off x="10312385" y="0"/>
            <a:ext cx="1879615" cy="180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win10/AppData/Local/Temp/figmazip/slide_22fd339ce5341a07\datas\氛围图-6197&amp;75060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8877300" cy="6615430"/>
          </a:xfrm>
          <a:custGeom>
            <a:avLst/>
            <a:gdLst>
              <a:gd name="connisteX0" fmla="*/ 27 w 8877306"/>
              <a:gd name="connsiteY0" fmla="*/ 5911852 h 6615848"/>
              <a:gd name="connisteX1" fmla="*/ 0 w 8877306"/>
              <a:gd name="connsiteY1" fmla="*/ 0 h 6615848"/>
              <a:gd name="connisteX2" fmla="*/ 8877315 w 8877306"/>
              <a:gd name="connsiteY2" fmla="*/ 0 h 6615848"/>
              <a:gd name="connisteX3" fmla="*/ 8109475 w 8877306"/>
              <a:gd name="connsiteY3" fmla="*/ 5864303 h 6615848"/>
              <a:gd name="connisteX4" fmla="*/ 7169280 w 8877306"/>
              <a:gd name="connsiteY4" fmla="*/ 6611697 h 6615848"/>
              <a:gd name="connisteX5" fmla="*/ 27 w 8877306"/>
              <a:gd name="connsiteY5" fmla="*/ 5911852 h 661584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8877306" h="6615849">
                <a:moveTo>
                  <a:pt x="27" y="5911852"/>
                </a:moveTo>
                <a:lnTo>
                  <a:pt x="0" y="0"/>
                </a:lnTo>
                <a:lnTo>
                  <a:pt x="8877315" y="0"/>
                </a:lnTo>
                <a:lnTo>
                  <a:pt x="8109475" y="5864303"/>
                </a:lnTo>
                <a:cubicBezTo>
                  <a:pt x="8048997" y="6326267"/>
                  <a:pt x="7632981" y="6656969"/>
                  <a:pt x="7169280" y="6611697"/>
                </a:cubicBezTo>
                <a:lnTo>
                  <a:pt x="27" y="591185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pic>
        <p:nvPicPr>
          <p:cNvPr id="2" name="图片 1" descr="装饰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96000" y="1435100"/>
            <a:ext cx="6096000" cy="54229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9"/>
            </p:custDataLst>
          </p:nvPr>
        </p:nvSpPr>
        <p:spPr>
          <a:xfrm>
            <a:off x="2730700" y="1209558"/>
            <a:ext cx="2197735" cy="2197735"/>
          </a:xfrm>
          <a:custGeom>
            <a:avLst/>
            <a:gdLst>
              <a:gd name="connisteX0" fmla="*/ 883273 w 2197604"/>
              <a:gd name="connsiteY0" fmla="*/ 89272 h 2197604"/>
              <a:gd name="connisteX1" fmla="*/ 1314321 w 2197604"/>
              <a:gd name="connsiteY1" fmla="*/ 89272 h 2197604"/>
              <a:gd name="connisteX2" fmla="*/ 2108322 w 2197604"/>
              <a:gd name="connsiteY2" fmla="*/ 883273 h 2197604"/>
              <a:gd name="connisteX3" fmla="*/ 2108322 w 2197604"/>
              <a:gd name="connsiteY3" fmla="*/ 1314321 h 2197604"/>
              <a:gd name="connisteX4" fmla="*/ 1314321 w 2197604"/>
              <a:gd name="connsiteY4" fmla="*/ 2108322 h 2197604"/>
              <a:gd name="connisteX5" fmla="*/ 883273 w 2197604"/>
              <a:gd name="connsiteY5" fmla="*/ 2108322 h 2197604"/>
              <a:gd name="connisteX6" fmla="*/ 89272 w 2197604"/>
              <a:gd name="connsiteY6" fmla="*/ 1314321 h 2197604"/>
              <a:gd name="connisteX7" fmla="*/ 89272 w 2197604"/>
              <a:gd name="connsiteY7" fmla="*/ 883273 h 2197604"/>
              <a:gd name="connisteX8" fmla="*/ 883273 w 2197604"/>
              <a:gd name="connsiteY8" fmla="*/ 89272 h 21976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97605" h="2197605">
                <a:moveTo>
                  <a:pt x="883274" y="89273"/>
                </a:moveTo>
                <a:cubicBezTo>
                  <a:pt x="1002310" y="-29755"/>
                  <a:pt x="1195295" y="-29755"/>
                  <a:pt x="1314322" y="89273"/>
                </a:cubicBezTo>
                <a:lnTo>
                  <a:pt x="2108323" y="883274"/>
                </a:lnTo>
                <a:cubicBezTo>
                  <a:pt x="2227369" y="1002310"/>
                  <a:pt x="2227369" y="1195295"/>
                  <a:pt x="2108323" y="1314322"/>
                </a:cubicBezTo>
                <a:lnTo>
                  <a:pt x="1314322" y="2108323"/>
                </a:lnTo>
                <a:cubicBezTo>
                  <a:pt x="1195295" y="2227369"/>
                  <a:pt x="1002310" y="2227369"/>
                  <a:pt x="883274" y="2108323"/>
                </a:cubicBezTo>
                <a:lnTo>
                  <a:pt x="89273" y="1314322"/>
                </a:lnTo>
                <a:cubicBezTo>
                  <a:pt x="-29755" y="1195295"/>
                  <a:pt x="-29755" y="1002310"/>
                  <a:pt x="89273" y="883274"/>
                </a:cubicBezTo>
                <a:lnTo>
                  <a:pt x="883274" y="89273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pic>
        <p:nvPicPr>
          <p:cNvPr id="14" name="图片 13" descr="C:/Users/win10/AppData/Local/Temp/figmazip/slide_22fd339ce5341a07\datas\装饰-I10158&amp;73011;10149-71102.png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 r:link="rId4"/>
          <a:stretch>
            <a:fillRect/>
          </a:stretch>
        </p:blipFill>
        <p:spPr>
          <a:xfrm>
            <a:off x="0" y="0"/>
            <a:ext cx="2031365" cy="195580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ctrTitle" idx="13" hasCustomPrompt="1"/>
            <p:custDataLst>
              <p:tags r:id="rId14"/>
            </p:custDataLst>
          </p:nvPr>
        </p:nvSpPr>
        <p:spPr>
          <a:xfrm>
            <a:off x="825502" y="3737609"/>
            <a:ext cx="6248397" cy="1676397"/>
          </a:xfrm>
          <a:noFill/>
        </p:spPr>
        <p:txBody>
          <a:bodyPr lIns="0" tIns="0" rIns="0" bIns="0" anchor="t">
            <a:normAutofit/>
          </a:bodyPr>
          <a:lstStyle>
            <a:lvl1pPr algn="ctr">
              <a:lnSpc>
                <a:spcPct val="104000"/>
              </a:lnSpc>
              <a:buNone/>
              <a:defRPr sz="4800" b="0" u="none" strike="noStrike" kern="1200" cap="none" spc="0" normalizeH="0">
                <a:solidFill>
                  <a:schemeClr val="bg1"/>
                </a:solidFill>
                <a:uFillTx/>
                <a:latin typeface="汉仪正圆 55简" panose="00020600040101010101" charset="-122"/>
                <a:ea typeface="+mn-ea"/>
              </a:defRPr>
            </a:lvl1pPr>
          </a:lstStyle>
          <a:p>
            <a:r>
              <a:rPr lang="zh-CN" altLang="en-US" smtClean="0">
                <a:latin typeface="汉仪正圆-75W" panose="00020600040101010101" charset="-122"/>
                <a:ea typeface="汉仪正圆-75W" panose="00020600040101010101" charset="-122"/>
              </a:rPr>
              <a:t>章节页的标题内容</a:t>
            </a:r>
            <a:endParaRPr lang="zh-CN" altLang="en-US" smtClean="0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4" hasCustomPrompt="1"/>
            <p:custDataLst>
              <p:tags r:id="rId15"/>
            </p:custDataLst>
          </p:nvPr>
        </p:nvSpPr>
        <p:spPr>
          <a:xfrm>
            <a:off x="2644774" y="1719780"/>
            <a:ext cx="2381253" cy="1257300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9000"/>
              </a:lnSpc>
              <a:buNone/>
              <a:defRPr sz="7800" b="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01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pic>
        <p:nvPicPr>
          <p:cNvPr id="17" name="图片 16" descr="装饰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9100" y="5608320"/>
            <a:ext cx="508000" cy="81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封面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装饰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879600" cy="1803400"/>
          </a:xfrm>
          <a:prstGeom prst="rect">
            <a:avLst/>
          </a:prstGeom>
        </p:spPr>
      </p:pic>
      <p:sp>
        <p:nvSpPr>
          <p:cNvPr id="4" name="任意多边形 3"/>
          <p:cNvSpPr/>
          <p:nvPr userDrawn="1">
            <p:custDataLst>
              <p:tags r:id="rId4"/>
            </p:custDataLst>
          </p:nvPr>
        </p:nvSpPr>
        <p:spPr>
          <a:xfrm>
            <a:off x="6565904" y="838203"/>
            <a:ext cx="5626100" cy="6019800"/>
          </a:xfrm>
          <a:custGeom>
            <a:avLst/>
            <a:gdLst>
              <a:gd name="connisteX0" fmla="*/ 36832 w 5626102"/>
              <a:gd name="connsiteY0" fmla="*/ 2755846 h 6019796"/>
              <a:gd name="connisteX1" fmla="*/ 390860 w 5626102"/>
              <a:gd name="connsiteY1" fmla="*/ 1989725 h 6019796"/>
              <a:gd name="connisteX2" fmla="*/ 5626083 w 5626102"/>
              <a:gd name="connsiteY2" fmla="*/ 0 h 6019796"/>
              <a:gd name="connisteX3" fmla="*/ 5626102 w 5626102"/>
              <a:gd name="connsiteY3" fmla="*/ 6019796 h 6019796"/>
              <a:gd name="connisteX4" fmla="*/ 1237046 w 5626102"/>
              <a:gd name="connsiteY4" fmla="*/ 6019796 h 6019796"/>
              <a:gd name="connisteX5" fmla="*/ 36832 w 5626102"/>
              <a:gd name="connsiteY5" fmla="*/ 2755846 h 60197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5626102" h="6019797">
                <a:moveTo>
                  <a:pt x="36832" y="2755846"/>
                </a:moveTo>
                <a:cubicBezTo>
                  <a:pt x="-76892" y="2446578"/>
                  <a:pt x="81555" y="2103696"/>
                  <a:pt x="390860" y="1989725"/>
                </a:cubicBezTo>
                <a:lnTo>
                  <a:pt x="5626084" y="0"/>
                </a:lnTo>
                <a:lnTo>
                  <a:pt x="5626102" y="6019797"/>
                </a:lnTo>
                <a:lnTo>
                  <a:pt x="1237046" y="6019797"/>
                </a:lnTo>
                <a:lnTo>
                  <a:pt x="36832" y="275584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任意多边形 4"/>
          <p:cNvSpPr/>
          <p:nvPr userDrawn="1">
            <p:custDataLst>
              <p:tags r:id="rId5"/>
            </p:custDataLst>
          </p:nvPr>
        </p:nvSpPr>
        <p:spPr>
          <a:xfrm>
            <a:off x="0" y="5143500"/>
            <a:ext cx="6527800" cy="1713865"/>
          </a:xfrm>
          <a:custGeom>
            <a:avLst/>
            <a:gdLst>
              <a:gd name="connisteX0" fmla="*/ 1466853 w 6527801"/>
              <a:gd name="connsiteY0" fmla="*/ 895353 h 1714125"/>
              <a:gd name="connisteX1" fmla="*/ 0 w 6527801"/>
              <a:gd name="connsiteY1" fmla="*/ 0 h 1714125"/>
              <a:gd name="connisteX2" fmla="*/ 0 w 6527801"/>
              <a:gd name="connsiteY2" fmla="*/ 1714115 h 1714125"/>
              <a:gd name="connisteX3" fmla="*/ 6527801 w 6527801"/>
              <a:gd name="connsiteY3" fmla="*/ 1714115 h 1714125"/>
              <a:gd name="connisteX4" fmla="*/ 4953003 w 6527801"/>
              <a:gd name="connsiteY4" fmla="*/ 895353 h 1714125"/>
              <a:gd name="connisteX5" fmla="*/ 1466853 w 6527801"/>
              <a:gd name="connsiteY5" fmla="*/ 895353 h 171412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6527801" h="1714125">
                <a:moveTo>
                  <a:pt x="1466853" y="895353"/>
                </a:moveTo>
                <a:cubicBezTo>
                  <a:pt x="1092196" y="381012"/>
                  <a:pt x="368302" y="9"/>
                  <a:pt x="0" y="0"/>
                </a:cubicBezTo>
                <a:lnTo>
                  <a:pt x="0" y="1714116"/>
                </a:lnTo>
                <a:lnTo>
                  <a:pt x="6527801" y="1714116"/>
                </a:lnTo>
                <a:cubicBezTo>
                  <a:pt x="6527801" y="1714116"/>
                  <a:pt x="5911852" y="895353"/>
                  <a:pt x="4953003" y="895353"/>
                </a:cubicBezTo>
                <a:cubicBezTo>
                  <a:pt x="3133704" y="895353"/>
                  <a:pt x="2368616" y="2133350"/>
                  <a:pt x="1466853" y="89535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6" name="任意多边形 5"/>
          <p:cNvSpPr/>
          <p:nvPr userDrawn="1">
            <p:custDataLst>
              <p:tags r:id="rId6"/>
            </p:custDataLst>
          </p:nvPr>
        </p:nvSpPr>
        <p:spPr>
          <a:xfrm>
            <a:off x="0" y="5143500"/>
            <a:ext cx="3471545" cy="1097280"/>
          </a:xfrm>
          <a:custGeom>
            <a:avLst/>
            <a:gdLst>
              <a:gd name="connisteX0" fmla="*/ 0 w 3213101"/>
              <a:gd name="connsiteY0" fmla="*/ 0 h 1015998"/>
              <a:gd name="connisteX1" fmla="*/ 2705096 w 3213101"/>
              <a:gd name="connsiteY1" fmla="*/ 0 h 1015998"/>
              <a:gd name="connisteX2" fmla="*/ 3213101 w 3213101"/>
              <a:gd name="connsiteY2" fmla="*/ 508004 h 1015998"/>
              <a:gd name="connisteX3" fmla="*/ 3213101 w 3213101"/>
              <a:gd name="connsiteY3" fmla="*/ 508004 h 1015998"/>
              <a:gd name="connisteX4" fmla="*/ 2705096 w 3213101"/>
              <a:gd name="connsiteY4" fmla="*/ 1015998 h 1015998"/>
              <a:gd name="connisteX5" fmla="*/ 0 w 3213101"/>
              <a:gd name="connsiteY5" fmla="*/ 1015998 h 1015998"/>
              <a:gd name="connisteX6" fmla="*/ 0 w 3213101"/>
              <a:gd name="connsiteY6" fmla="*/ 0 h 10159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213101" h="1015999">
                <a:moveTo>
                  <a:pt x="0" y="0"/>
                </a:moveTo>
                <a:lnTo>
                  <a:pt x="2705097" y="0"/>
                </a:lnTo>
                <a:cubicBezTo>
                  <a:pt x="2985653" y="0"/>
                  <a:pt x="3213101" y="227439"/>
                  <a:pt x="3213101" y="508004"/>
                </a:cubicBezTo>
                <a:lnTo>
                  <a:pt x="3213101" y="508004"/>
                </a:lnTo>
                <a:cubicBezTo>
                  <a:pt x="3213101" y="788560"/>
                  <a:pt x="2985653" y="1015999"/>
                  <a:pt x="2705097" y="1015999"/>
                </a:cubicBezTo>
                <a:lnTo>
                  <a:pt x="0" y="1015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pic>
        <p:nvPicPr>
          <p:cNvPr id="3" name="图片 2" descr="装饰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13500" y="279400"/>
            <a:ext cx="5778500" cy="65786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10"/>
            </p:custDataLst>
          </p:nvPr>
        </p:nvSpPr>
        <p:spPr>
          <a:xfrm>
            <a:off x="9874249" y="0"/>
            <a:ext cx="2317750" cy="2059940"/>
          </a:xfrm>
          <a:custGeom>
            <a:avLst/>
            <a:gdLst>
              <a:gd name="connisteX0" fmla="*/ 1200150 w 2317747"/>
              <a:gd name="connsiteY0" fmla="*/ 1206495 h 2060234"/>
              <a:gd name="connisteX1" fmla="*/ 0 w 2317747"/>
              <a:gd name="connsiteY1" fmla="*/ 0 h 2060234"/>
              <a:gd name="connisteX2" fmla="*/ 2317747 w 2317747"/>
              <a:gd name="connsiteY2" fmla="*/ 0 h 2060234"/>
              <a:gd name="connisteX3" fmla="*/ 2317747 w 2317747"/>
              <a:gd name="connsiteY3" fmla="*/ 2057400 h 2060234"/>
              <a:gd name="connisteX4" fmla="*/ 1200150 w 2317747"/>
              <a:gd name="connsiteY4" fmla="*/ 1206495 h 206023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2317748" h="2060235">
                <a:moveTo>
                  <a:pt x="1200150" y="1206496"/>
                </a:moveTo>
                <a:cubicBezTo>
                  <a:pt x="1073149" y="279404"/>
                  <a:pt x="273049" y="19047"/>
                  <a:pt x="0" y="0"/>
                </a:cubicBezTo>
                <a:lnTo>
                  <a:pt x="2317748" y="0"/>
                </a:lnTo>
                <a:lnTo>
                  <a:pt x="2317748" y="2057400"/>
                </a:lnTo>
                <a:cubicBezTo>
                  <a:pt x="1987549" y="2082802"/>
                  <a:pt x="1301749" y="1948184"/>
                  <a:pt x="1200150" y="1206496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 dirty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1015999" y="5463540"/>
            <a:ext cx="2070101" cy="457200"/>
          </a:xfrm>
          <a:noFill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buNone/>
              <a:defRPr sz="2400" b="1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BY WPS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4" hasCustomPrompt="1"/>
            <p:custDataLst>
              <p:tags r:id="rId14"/>
            </p:custDataLst>
          </p:nvPr>
        </p:nvSpPr>
        <p:spPr>
          <a:xfrm>
            <a:off x="1028700" y="1460498"/>
            <a:ext cx="4749796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20XX YEAR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ctrTitle" idx="15" hasCustomPrompt="1"/>
            <p:custDataLst>
              <p:tags r:id="rId15"/>
            </p:custDataLst>
          </p:nvPr>
        </p:nvSpPr>
        <p:spPr>
          <a:xfrm>
            <a:off x="1015999" y="1955801"/>
            <a:ext cx="5587999" cy="3047997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smtClean="0">
                <a:latin typeface="汉仪正圆-75W" panose="00020600040101010101" charset="-122"/>
                <a:ea typeface="汉仪正圆-75W" panose="00020600040101010101" charset="-122"/>
              </a:rPr>
              <a:t>可爱童趣
主题班会模版</a:t>
            </a:r>
            <a:endParaRPr lang="zh-CN" altLang="en-US" smtClean="0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15" name="图片 14" descr="装饰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03200" y="4888865"/>
            <a:ext cx="812800" cy="508000"/>
          </a:xfrm>
          <a:prstGeom prst="rect">
            <a:avLst/>
          </a:prstGeom>
        </p:spPr>
      </p:pic>
      <p:pic>
        <p:nvPicPr>
          <p:cNvPr id="19" name="图片 18" descr="装饰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7"/>
          <a:stretch>
            <a:fillRect/>
          </a:stretch>
        </p:blipFill>
        <p:spPr>
          <a:xfrm rot="5400000">
            <a:off x="10626725" y="431800"/>
            <a:ext cx="812800" cy="50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win10/AppData/Local/Temp/figmazip/slide_22fd339ce5341a07\datas\氛围图-6197&amp;75060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8877300" cy="6615430"/>
          </a:xfrm>
          <a:custGeom>
            <a:avLst/>
            <a:gdLst>
              <a:gd name="connisteX0" fmla="*/ 27 w 8877306"/>
              <a:gd name="connsiteY0" fmla="*/ 5911852 h 6615848"/>
              <a:gd name="connisteX1" fmla="*/ 0 w 8877306"/>
              <a:gd name="connsiteY1" fmla="*/ 0 h 6615848"/>
              <a:gd name="connisteX2" fmla="*/ 8877315 w 8877306"/>
              <a:gd name="connsiteY2" fmla="*/ 0 h 6615848"/>
              <a:gd name="connisteX3" fmla="*/ 8109475 w 8877306"/>
              <a:gd name="connsiteY3" fmla="*/ 5864303 h 6615848"/>
              <a:gd name="connisteX4" fmla="*/ 7169280 w 8877306"/>
              <a:gd name="connsiteY4" fmla="*/ 6611697 h 6615848"/>
              <a:gd name="connisteX5" fmla="*/ 27 w 8877306"/>
              <a:gd name="connsiteY5" fmla="*/ 5911852 h 661584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8877306" h="6615849">
                <a:moveTo>
                  <a:pt x="27" y="5911852"/>
                </a:moveTo>
                <a:lnTo>
                  <a:pt x="0" y="0"/>
                </a:lnTo>
                <a:lnTo>
                  <a:pt x="8877315" y="0"/>
                </a:lnTo>
                <a:lnTo>
                  <a:pt x="8109475" y="5864303"/>
                </a:lnTo>
                <a:cubicBezTo>
                  <a:pt x="8048997" y="6326267"/>
                  <a:pt x="7632981" y="6656969"/>
                  <a:pt x="7169280" y="6611697"/>
                </a:cubicBezTo>
                <a:lnTo>
                  <a:pt x="27" y="591185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装饰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96000" y="1435100"/>
            <a:ext cx="6096000" cy="54229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9"/>
            </p:custDataLst>
          </p:nvPr>
        </p:nvSpPr>
        <p:spPr>
          <a:xfrm>
            <a:off x="2730700" y="1209558"/>
            <a:ext cx="2197735" cy="2197735"/>
          </a:xfrm>
          <a:custGeom>
            <a:avLst/>
            <a:gdLst>
              <a:gd name="connisteX0" fmla="*/ 883273 w 2197604"/>
              <a:gd name="connsiteY0" fmla="*/ 89272 h 2197604"/>
              <a:gd name="connisteX1" fmla="*/ 1314321 w 2197604"/>
              <a:gd name="connsiteY1" fmla="*/ 89272 h 2197604"/>
              <a:gd name="connisteX2" fmla="*/ 2108322 w 2197604"/>
              <a:gd name="connsiteY2" fmla="*/ 883273 h 2197604"/>
              <a:gd name="connisteX3" fmla="*/ 2108322 w 2197604"/>
              <a:gd name="connsiteY3" fmla="*/ 1314321 h 2197604"/>
              <a:gd name="connisteX4" fmla="*/ 1314321 w 2197604"/>
              <a:gd name="connsiteY4" fmla="*/ 2108322 h 2197604"/>
              <a:gd name="connisteX5" fmla="*/ 883273 w 2197604"/>
              <a:gd name="connsiteY5" fmla="*/ 2108322 h 2197604"/>
              <a:gd name="connisteX6" fmla="*/ 89272 w 2197604"/>
              <a:gd name="connsiteY6" fmla="*/ 1314321 h 2197604"/>
              <a:gd name="connisteX7" fmla="*/ 89272 w 2197604"/>
              <a:gd name="connsiteY7" fmla="*/ 883273 h 2197604"/>
              <a:gd name="connisteX8" fmla="*/ 883273 w 2197604"/>
              <a:gd name="connsiteY8" fmla="*/ 89272 h 21976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97605" h="2197605">
                <a:moveTo>
                  <a:pt x="883274" y="89273"/>
                </a:moveTo>
                <a:cubicBezTo>
                  <a:pt x="1002310" y="-29755"/>
                  <a:pt x="1195295" y="-29755"/>
                  <a:pt x="1314322" y="89273"/>
                </a:cubicBezTo>
                <a:lnTo>
                  <a:pt x="2108323" y="883274"/>
                </a:lnTo>
                <a:cubicBezTo>
                  <a:pt x="2227369" y="1002310"/>
                  <a:pt x="2227369" y="1195295"/>
                  <a:pt x="2108323" y="1314322"/>
                </a:cubicBezTo>
                <a:lnTo>
                  <a:pt x="1314322" y="2108323"/>
                </a:lnTo>
                <a:cubicBezTo>
                  <a:pt x="1195295" y="2227369"/>
                  <a:pt x="1002310" y="2227369"/>
                  <a:pt x="883274" y="2108323"/>
                </a:cubicBezTo>
                <a:lnTo>
                  <a:pt x="89273" y="1314322"/>
                </a:lnTo>
                <a:cubicBezTo>
                  <a:pt x="-29755" y="1195295"/>
                  <a:pt x="-29755" y="1002310"/>
                  <a:pt x="89273" y="883274"/>
                </a:cubicBezTo>
                <a:lnTo>
                  <a:pt x="883274" y="89273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" name="图片 13" descr="C:/Users/win10/AppData/Local/Temp/figmazip/slide_22fd339ce5341a07\datas\装饰-I10158&amp;73011;10149-71102.png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 r:link="rId4"/>
          <a:stretch>
            <a:fillRect/>
          </a:stretch>
        </p:blipFill>
        <p:spPr>
          <a:xfrm>
            <a:off x="0" y="0"/>
            <a:ext cx="2031365" cy="195580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3" hasCustomPrompt="1"/>
            <p:custDataLst>
              <p:tags r:id="rId14"/>
            </p:custDataLst>
          </p:nvPr>
        </p:nvSpPr>
        <p:spPr>
          <a:xfrm>
            <a:off x="825502" y="3737609"/>
            <a:ext cx="6248397" cy="1676397"/>
          </a:xfrm>
          <a:noFill/>
        </p:spPr>
        <p:txBody>
          <a:bodyPr lIns="0" tIns="0" rIns="0" bIns="0" anchor="t">
            <a:normAutofit/>
          </a:bodyPr>
          <a:lstStyle>
            <a:lvl1pPr algn="ctr">
              <a:lnSpc>
                <a:spcPct val="104000"/>
              </a:lnSpc>
              <a:buNone/>
              <a:defRPr sz="4800" b="0" u="none" strike="noStrike" kern="1200" cap="none" spc="0" normalizeH="0">
                <a:solidFill>
                  <a:schemeClr val="bg1"/>
                </a:solidFill>
                <a:uFillTx/>
                <a:latin typeface="汉仪正圆 55简" panose="00020600040101010101" charset="-122"/>
                <a:ea typeface="+mn-ea"/>
              </a:defRPr>
            </a:lvl1pPr>
          </a:lstStyle>
          <a:p>
            <a:r>
              <a:rPr lang="zh-CN" altLang="en-US" smtClean="0"/>
              <a:t>章节页的标题内容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4" hasCustomPrompt="1"/>
            <p:custDataLst>
              <p:tags r:id="rId15"/>
            </p:custDataLst>
          </p:nvPr>
        </p:nvSpPr>
        <p:spPr>
          <a:xfrm>
            <a:off x="2644774" y="1719780"/>
            <a:ext cx="2381253" cy="1257300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9000"/>
              </a:lnSpc>
              <a:buNone/>
              <a:defRPr sz="7800" b="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pic>
        <p:nvPicPr>
          <p:cNvPr id="17" name="图片 16" descr="装饰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9100" y="5608320"/>
            <a:ext cx="508000" cy="81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/Users/win10/AppData/Local/Temp/figmazip/slide_87aca9ac9fec709f\datas\氛围图-6197&amp;75043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7"/>
            </p:custDataLst>
          </p:nvPr>
        </p:nvSpPr>
        <p:spPr>
          <a:xfrm>
            <a:off x="0" y="711202"/>
            <a:ext cx="5910580" cy="6146800"/>
          </a:xfrm>
          <a:custGeom>
            <a:avLst/>
            <a:gdLst>
              <a:gd name="connisteX0" fmla="*/ 5873163 w 5910754"/>
              <a:gd name="connsiteY0" fmla="*/ 2813992 h 6146797"/>
              <a:gd name="connisteX1" fmla="*/ 5511829 w 5910754"/>
              <a:gd name="connsiteY1" fmla="*/ 2031705 h 6146797"/>
              <a:gd name="connisteX2" fmla="*/ 18 w 5910754"/>
              <a:gd name="connsiteY2" fmla="*/ 0 h 6146797"/>
              <a:gd name="connisteX3" fmla="*/ 0 w 5910754"/>
              <a:gd name="connsiteY3" fmla="*/ 6146797 h 6146797"/>
              <a:gd name="connisteX4" fmla="*/ 4648178 w 5910754"/>
              <a:gd name="connsiteY4" fmla="*/ 6146797 h 6146797"/>
              <a:gd name="connisteX5" fmla="*/ 5873163 w 5910754"/>
              <a:gd name="connsiteY5" fmla="*/ 2813992 h 61467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5910755" h="6146798">
                <a:moveTo>
                  <a:pt x="5873164" y="2813993"/>
                </a:moveTo>
                <a:cubicBezTo>
                  <a:pt x="5989247" y="2498196"/>
                  <a:pt x="5827526" y="2148063"/>
                  <a:pt x="5511829" y="2031705"/>
                </a:cubicBezTo>
                <a:lnTo>
                  <a:pt x="18" y="0"/>
                </a:lnTo>
                <a:lnTo>
                  <a:pt x="0" y="6146798"/>
                </a:lnTo>
                <a:lnTo>
                  <a:pt x="4648179" y="6146798"/>
                </a:lnTo>
                <a:lnTo>
                  <a:pt x="5873164" y="2813993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8"/>
            </p:custDataLst>
          </p:nvPr>
        </p:nvSpPr>
        <p:spPr>
          <a:xfrm>
            <a:off x="5664196" y="5232398"/>
            <a:ext cx="6527800" cy="1625600"/>
          </a:xfrm>
          <a:custGeom>
            <a:avLst/>
            <a:gdLst>
              <a:gd name="connisteX0" fmla="*/ 5060947 w 6527801"/>
              <a:gd name="connsiteY0" fmla="*/ 806455 h 1625227"/>
              <a:gd name="connisteX1" fmla="*/ 6527801 w 6527801"/>
              <a:gd name="connsiteY1" fmla="*/ 0 h 1625227"/>
              <a:gd name="connisteX2" fmla="*/ 6527801 w 6527801"/>
              <a:gd name="connsiteY2" fmla="*/ 1625217 h 1625227"/>
              <a:gd name="connisteX3" fmla="*/ 0 w 6527801"/>
              <a:gd name="connsiteY3" fmla="*/ 1625217 h 1625227"/>
              <a:gd name="connisteX4" fmla="*/ 1574797 w 6527801"/>
              <a:gd name="connsiteY4" fmla="*/ 806455 h 1625227"/>
              <a:gd name="connisteX5" fmla="*/ 5060947 w 6527801"/>
              <a:gd name="connsiteY5" fmla="*/ 806455 h 1625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6527801" h="1625227">
                <a:moveTo>
                  <a:pt x="5060948" y="806455"/>
                </a:moveTo>
                <a:cubicBezTo>
                  <a:pt x="5435596" y="292114"/>
                  <a:pt x="6159499" y="9"/>
                  <a:pt x="6527801" y="0"/>
                </a:cubicBezTo>
                <a:lnTo>
                  <a:pt x="6527801" y="1625218"/>
                </a:lnTo>
                <a:lnTo>
                  <a:pt x="0" y="1625218"/>
                </a:lnTo>
                <a:cubicBezTo>
                  <a:pt x="0" y="1625218"/>
                  <a:pt x="615949" y="806455"/>
                  <a:pt x="1574798" y="806455"/>
                </a:cubicBezTo>
                <a:cubicBezTo>
                  <a:pt x="3394097" y="806455"/>
                  <a:pt x="4159185" y="2044443"/>
                  <a:pt x="5060948" y="806455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装饰"/>
          <p:cNvPicPr/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 flipH="1">
            <a:off x="0" y="279400"/>
            <a:ext cx="5778546" cy="65786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2317115" cy="2059940"/>
          </a:xfrm>
          <a:custGeom>
            <a:avLst/>
            <a:gdLst>
              <a:gd name="connisteX0" fmla="*/ 1117597 w 2317747"/>
              <a:gd name="connsiteY0" fmla="*/ 1206495 h 2060234"/>
              <a:gd name="connisteX1" fmla="*/ 2317747 w 2317747"/>
              <a:gd name="connsiteY1" fmla="*/ 0 h 2060234"/>
              <a:gd name="connisteX2" fmla="*/ 0 w 2317747"/>
              <a:gd name="connsiteY2" fmla="*/ 0 h 2060234"/>
              <a:gd name="connisteX3" fmla="*/ 0 w 2317747"/>
              <a:gd name="connsiteY3" fmla="*/ 2057400 h 2060234"/>
              <a:gd name="connisteX4" fmla="*/ 1117597 w 2317747"/>
              <a:gd name="connsiteY4" fmla="*/ 1206495 h 206023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2317748" h="2060235">
                <a:moveTo>
                  <a:pt x="1117598" y="1206496"/>
                </a:moveTo>
                <a:cubicBezTo>
                  <a:pt x="1244599" y="279404"/>
                  <a:pt x="2044699" y="19047"/>
                  <a:pt x="2317748" y="0"/>
                </a:cubicBezTo>
                <a:lnTo>
                  <a:pt x="0" y="0"/>
                </a:lnTo>
                <a:lnTo>
                  <a:pt x="0" y="2057400"/>
                </a:lnTo>
                <a:cubicBezTo>
                  <a:pt x="330199" y="2082802"/>
                  <a:pt x="1015999" y="1948184"/>
                  <a:pt x="1117598" y="1206496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3"/>
            </p:custDataLst>
          </p:nvPr>
        </p:nvSpPr>
        <p:spPr>
          <a:xfrm>
            <a:off x="6044565" y="2665092"/>
            <a:ext cx="5524503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930899" y="3162297"/>
            <a:ext cx="5651504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  <p:pic>
        <p:nvPicPr>
          <p:cNvPr id="19" name="图片 18" descr="装饰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 rot="5400000">
            <a:off x="752475" y="431800"/>
            <a:ext cx="812800" cy="508000"/>
          </a:xfrm>
          <a:prstGeom prst="rect">
            <a:avLst/>
          </a:prstGeom>
        </p:spPr>
      </p:pic>
      <p:pic>
        <p:nvPicPr>
          <p:cNvPr id="17" name="图片 16" descr="装饰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 rot="5400000">
            <a:off x="11226165" y="4915535"/>
            <a:ext cx="508000" cy="812800"/>
          </a:xfrm>
          <a:prstGeom prst="rect">
            <a:avLst/>
          </a:prstGeom>
        </p:spPr>
      </p:pic>
      <p:pic>
        <p:nvPicPr>
          <p:cNvPr id="18" name="图片 17" descr="装饰图"/>
          <p:cNvPicPr/>
          <p:nvPr userDrawn="1"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 flipH="1">
            <a:off x="10312385" y="0"/>
            <a:ext cx="1879615" cy="180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win10/AppData/Local/Temp/figmazip/slide_69355628e50ef3de\datas\装饰-10158&amp;69478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任意多边形 5"/>
          <p:cNvSpPr/>
          <p:nvPr userDrawn="1">
            <p:custDataLst>
              <p:tags r:id="rId5"/>
            </p:custDataLst>
          </p:nvPr>
        </p:nvSpPr>
        <p:spPr>
          <a:xfrm>
            <a:off x="3293714" y="0"/>
            <a:ext cx="8898255" cy="6858000"/>
          </a:xfrm>
          <a:custGeom>
            <a:avLst/>
            <a:gdLst>
              <a:gd name="connisteX0" fmla="*/ 9592 w 8898264"/>
              <a:gd name="connsiteY0" fmla="*/ 1849502 h 6858000"/>
              <a:gd name="connisteX1" fmla="*/ 740929 w 8898264"/>
              <a:gd name="connsiteY1" fmla="*/ 867116 h 6858000"/>
              <a:gd name="connisteX2" fmla="*/ 6734235 w 8898264"/>
              <a:gd name="connsiteY2" fmla="*/ 6190 h 6858000"/>
              <a:gd name="connisteX3" fmla="*/ 6820930 w 8898264"/>
              <a:gd name="connsiteY3" fmla="*/ 0 h 6858000"/>
              <a:gd name="connisteX4" fmla="*/ 8898264 w 8898264"/>
              <a:gd name="connsiteY4" fmla="*/ 0 h 6858000"/>
              <a:gd name="connisteX5" fmla="*/ 8898264 w 8898264"/>
              <a:gd name="connsiteY5" fmla="*/ 6858000 h 6858000"/>
              <a:gd name="connisteX6" fmla="*/ 757552 w 8898264"/>
              <a:gd name="connsiteY6" fmla="*/ 6858000 h 6858000"/>
              <a:gd name="connisteX7" fmla="*/ 9592 w 8898264"/>
              <a:gd name="connsiteY7" fmla="*/ 1849502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8898264" h="6858000">
                <a:moveTo>
                  <a:pt x="9592" y="1849502"/>
                </a:moveTo>
                <a:cubicBezTo>
                  <a:pt x="-61137" y="1375916"/>
                  <a:pt x="266959" y="935203"/>
                  <a:pt x="740929" y="867116"/>
                </a:cubicBezTo>
                <a:lnTo>
                  <a:pt x="6734236" y="6190"/>
                </a:lnTo>
                <a:cubicBezTo>
                  <a:pt x="6762957" y="2067"/>
                  <a:pt x="6791925" y="0"/>
                  <a:pt x="6820930" y="0"/>
                </a:cubicBezTo>
                <a:lnTo>
                  <a:pt x="8898264" y="0"/>
                </a:lnTo>
                <a:lnTo>
                  <a:pt x="8898264" y="6858000"/>
                </a:lnTo>
                <a:lnTo>
                  <a:pt x="757553" y="6858000"/>
                </a:lnTo>
                <a:lnTo>
                  <a:pt x="9592" y="1849502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825502" y="1295403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8" name="副标题 7"/>
          <p:cNvSpPr>
            <a:spLocks noGrp="1"/>
          </p:cNvSpPr>
          <p:nvPr>
            <p:ph type="subTitle" idx="14" hasCustomPrompt="1"/>
            <p:custDataLst>
              <p:tags r:id="rId10"/>
            </p:custDataLst>
          </p:nvPr>
        </p:nvSpPr>
        <p:spPr>
          <a:xfrm>
            <a:off x="825502" y="825502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  <p:pic>
        <p:nvPicPr>
          <p:cNvPr id="9" name="图片 8" descr="C:/Users/win10/AppData/Local/Temp/figmazip/slide_69355628e50ef3de\datas\装饰-10135&amp;71523.png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 r:link="rId4"/>
          <a:stretch>
            <a:fillRect/>
          </a:stretch>
        </p:blipFill>
        <p:spPr>
          <a:xfrm>
            <a:off x="0" y="1981200"/>
            <a:ext cx="4063365" cy="48761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单击此处添加标题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304800 h 4724400"/>
              <a:gd name="connisteX1" fmla="*/ 3048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304800 w 4038600"/>
              <a:gd name="connsiteY4" fmla="*/ 4724400 h 4724400"/>
              <a:gd name="connisteX5" fmla="*/ 0 w 4038600"/>
              <a:gd name="connsiteY5" fmla="*/ 4419600 h 4724400"/>
              <a:gd name="connisteX6" fmla="*/ 0 w 4038600"/>
              <a:gd name="connsiteY6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629400 w 6934200"/>
              <a:gd name="connsiteY1" fmla="*/ 0 h 4724400"/>
              <a:gd name="connisteX2" fmla="*/ 6934200 w 6934200"/>
              <a:gd name="connsiteY2" fmla="*/ 304800 h 4724400"/>
              <a:gd name="connisteX3" fmla="*/ 6934200 w 6934200"/>
              <a:gd name="connsiteY3" fmla="*/ 4419600 h 4724400"/>
              <a:gd name="connisteX4" fmla="*/ 66294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629400" y="0"/>
                </a:lnTo>
                <a:cubicBezTo>
                  <a:pt x="6797736" y="0"/>
                  <a:pt x="6934200" y="136464"/>
                  <a:pt x="6934200" y="304800"/>
                </a:cubicBezTo>
                <a:lnTo>
                  <a:pt x="6934200" y="4419600"/>
                </a:lnTo>
                <a:cubicBezTo>
                  <a:pt x="6934200" y="4587936"/>
                  <a:pt x="6797736" y="4724400"/>
                  <a:pt x="6629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105400" y="29972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105400" y="3556000"/>
            <a:ext cx="6019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单击此处添加正文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32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1402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单击此处添加标题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10972800" cy="2997200"/>
          </a:xfrm>
          <a:custGeom>
            <a:avLst/>
            <a:gdLst>
              <a:gd name="connisteX0" fmla="*/ 0 w 10972800"/>
              <a:gd name="connsiteY0" fmla="*/ 304800 h 2997200"/>
              <a:gd name="connisteX1" fmla="*/ 304800 w 10972800"/>
              <a:gd name="connsiteY1" fmla="*/ 0 h 2997200"/>
              <a:gd name="connisteX2" fmla="*/ 10668000 w 10972800"/>
              <a:gd name="connsiteY2" fmla="*/ 0 h 2997200"/>
              <a:gd name="connisteX3" fmla="*/ 10972800 w 10972800"/>
              <a:gd name="connsiteY3" fmla="*/ 304800 h 2997200"/>
              <a:gd name="connisteX4" fmla="*/ 10972800 w 10972800"/>
              <a:gd name="connsiteY4" fmla="*/ 2692400 h 2997200"/>
              <a:gd name="connisteX5" fmla="*/ 10668000 w 10972800"/>
              <a:gd name="connsiteY5" fmla="*/ 2997200 h 2997200"/>
              <a:gd name="connisteX6" fmla="*/ 304800 w 10972800"/>
              <a:gd name="connsiteY6" fmla="*/ 2997200 h 2997200"/>
              <a:gd name="connisteX7" fmla="*/ 0 w 10972800"/>
              <a:gd name="connsiteY7" fmla="*/ 2692400 h 2997200"/>
              <a:gd name="connisteX8" fmla="*/ 0 w 10972800"/>
              <a:gd name="connsiteY8" fmla="*/ 3048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97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0668000" y="0"/>
                </a:lnTo>
                <a:cubicBezTo>
                  <a:pt x="10836336" y="0"/>
                  <a:pt x="10972800" y="136464"/>
                  <a:pt x="10972800" y="304800"/>
                </a:cubicBezTo>
                <a:lnTo>
                  <a:pt x="10972800" y="2692400"/>
                </a:lnTo>
                <a:cubicBezTo>
                  <a:pt x="10972800" y="2860736"/>
                  <a:pt x="10836336" y="2997200"/>
                  <a:pt x="10668000" y="2997200"/>
                </a:cubicBezTo>
                <a:lnTo>
                  <a:pt x="304800" y="2997200"/>
                </a:lnTo>
                <a:cubicBezTo>
                  <a:pt x="136464" y="2997200"/>
                  <a:pt x="0" y="2860736"/>
                  <a:pt x="0" y="26924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51308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638800"/>
            <a:ext cx="1082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单击此处添加正文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单击此处添加标题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629400 w 6934200"/>
              <a:gd name="connsiteY1" fmla="*/ 0 h 4724400"/>
              <a:gd name="connisteX2" fmla="*/ 6934200 w 6934200"/>
              <a:gd name="connsiteY2" fmla="*/ 304800 h 4724400"/>
              <a:gd name="connisteX3" fmla="*/ 6934200 w 6934200"/>
              <a:gd name="connsiteY3" fmla="*/ 4419600 h 4724400"/>
              <a:gd name="connisteX4" fmla="*/ 66294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629400" y="0"/>
                </a:lnTo>
                <a:cubicBezTo>
                  <a:pt x="6797736" y="0"/>
                  <a:pt x="6934200" y="136464"/>
                  <a:pt x="6934200" y="304800"/>
                </a:cubicBezTo>
                <a:lnTo>
                  <a:pt x="6934200" y="4419600"/>
                </a:lnTo>
                <a:cubicBezTo>
                  <a:pt x="6934200" y="4587936"/>
                  <a:pt x="6797736" y="4724400"/>
                  <a:pt x="6629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304800 h 4724400"/>
              <a:gd name="connisteX1" fmla="*/ 3048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304800 w 4038600"/>
              <a:gd name="connsiteY4" fmla="*/ 4724400 h 4724400"/>
              <a:gd name="connisteX5" fmla="*/ 0 w 4038600"/>
              <a:gd name="connsiteY5" fmla="*/ 4419600 h 4724400"/>
              <a:gd name="connisteX6" fmla="*/ 0 w 4038600"/>
              <a:gd name="connsiteY6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6924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3251200"/>
            <a:ext cx="3124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单击此处添加正文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6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81534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单击此处添加标题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304800 h 5638800"/>
              <a:gd name="connisteX1" fmla="*/ 304800 w 6934200"/>
              <a:gd name="connsiteY1" fmla="*/ 0 h 5638800"/>
              <a:gd name="connisteX2" fmla="*/ 6629400 w 6934200"/>
              <a:gd name="connsiteY2" fmla="*/ 0 h 5638800"/>
              <a:gd name="connisteX3" fmla="*/ 6934200 w 6934200"/>
              <a:gd name="connsiteY3" fmla="*/ 304800 h 5638800"/>
              <a:gd name="connisteX4" fmla="*/ 6934200 w 6934200"/>
              <a:gd name="connsiteY4" fmla="*/ 5334000 h 5638800"/>
              <a:gd name="connisteX5" fmla="*/ 6629400 w 6934200"/>
              <a:gd name="connsiteY5" fmla="*/ 5638800 h 5638800"/>
              <a:gd name="connisteX6" fmla="*/ 304800 w 6934200"/>
              <a:gd name="connsiteY6" fmla="*/ 5638800 h 5638800"/>
              <a:gd name="connisteX7" fmla="*/ 0 w 6934200"/>
              <a:gd name="connsiteY7" fmla="*/ 5334000 h 5638800"/>
              <a:gd name="connisteX8" fmla="*/ 0 w 6934200"/>
              <a:gd name="connsiteY8" fmla="*/ 3048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6629400" y="0"/>
                </a:lnTo>
                <a:cubicBezTo>
                  <a:pt x="6797736" y="0"/>
                  <a:pt x="6934200" y="136464"/>
                  <a:pt x="6934200" y="304800"/>
                </a:cubicBezTo>
                <a:lnTo>
                  <a:pt x="6934200" y="5334000"/>
                </a:lnTo>
                <a:cubicBezTo>
                  <a:pt x="6934200" y="5502336"/>
                  <a:pt x="6797736" y="5638800"/>
                  <a:pt x="6629400" y="5638800"/>
                </a:cubicBezTo>
                <a:lnTo>
                  <a:pt x="304800" y="5638800"/>
                </a:lnTo>
                <a:cubicBezTo>
                  <a:pt x="136464" y="5638800"/>
                  <a:pt x="0" y="5502336"/>
                  <a:pt x="0" y="53340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8153400" y="3911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8305800" y="39116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8305800" y="4419600"/>
            <a:ext cx="3276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单击此处添加正文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单击此处添加标题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5588000" cy="4724400"/>
          </a:xfrm>
          <a:custGeom>
            <a:avLst/>
            <a:gdLst>
              <a:gd name="connisteX0" fmla="*/ 0 w 5588000"/>
              <a:gd name="connsiteY0" fmla="*/ 304800 h 4724400"/>
              <a:gd name="connisteX1" fmla="*/ 304800 w 5588000"/>
              <a:gd name="connsiteY1" fmla="*/ 0 h 4724400"/>
              <a:gd name="connisteX2" fmla="*/ 5283200 w 5588000"/>
              <a:gd name="connsiteY2" fmla="*/ 0 h 4724400"/>
              <a:gd name="connisteX3" fmla="*/ 5588000 w 5588000"/>
              <a:gd name="connsiteY3" fmla="*/ 304800 h 4724400"/>
              <a:gd name="connisteX4" fmla="*/ 5588000 w 5588000"/>
              <a:gd name="connsiteY4" fmla="*/ 4419600 h 4724400"/>
              <a:gd name="connisteX5" fmla="*/ 5283200 w 5588000"/>
              <a:gd name="connsiteY5" fmla="*/ 4724400 h 4724400"/>
              <a:gd name="connisteX6" fmla="*/ 304800 w 5588000"/>
              <a:gd name="connsiteY6" fmla="*/ 4724400 h 4724400"/>
              <a:gd name="connisteX7" fmla="*/ 0 w 5588000"/>
              <a:gd name="connsiteY7" fmla="*/ 4419600 h 4724400"/>
              <a:gd name="connisteX8" fmla="*/ 0 w 55880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5283200" y="0"/>
                </a:lnTo>
                <a:cubicBezTo>
                  <a:pt x="5451536" y="0"/>
                  <a:pt x="5588000" y="136464"/>
                  <a:pt x="5588000" y="304800"/>
                </a:cubicBezTo>
                <a:lnTo>
                  <a:pt x="5588000" y="4419600"/>
                </a:lnTo>
                <a:cubicBezTo>
                  <a:pt x="5588000" y="4587936"/>
                  <a:pt x="5451536" y="4724400"/>
                  <a:pt x="52832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02400" y="33020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02400" y="3860800"/>
            <a:ext cx="5080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单击此处添加项正文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单击此处添加标题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304800 h 5638800"/>
              <a:gd name="connisteX1" fmla="*/ 304800 w 6934200"/>
              <a:gd name="connsiteY1" fmla="*/ 0 h 5638800"/>
              <a:gd name="connisteX2" fmla="*/ 6629400 w 6934200"/>
              <a:gd name="connsiteY2" fmla="*/ 0 h 5638800"/>
              <a:gd name="connisteX3" fmla="*/ 6934200 w 6934200"/>
              <a:gd name="connsiteY3" fmla="*/ 304800 h 5638800"/>
              <a:gd name="connisteX4" fmla="*/ 6934200 w 6934200"/>
              <a:gd name="connsiteY4" fmla="*/ 5334000 h 5638800"/>
              <a:gd name="connisteX5" fmla="*/ 6629400 w 6934200"/>
              <a:gd name="connsiteY5" fmla="*/ 5638800 h 5638800"/>
              <a:gd name="connisteX6" fmla="*/ 304800 w 6934200"/>
              <a:gd name="connsiteY6" fmla="*/ 5638800 h 5638800"/>
              <a:gd name="connisteX7" fmla="*/ 0 w 6934200"/>
              <a:gd name="connsiteY7" fmla="*/ 5334000 h 5638800"/>
              <a:gd name="connisteX8" fmla="*/ 0 w 6934200"/>
              <a:gd name="connsiteY8" fmla="*/ 3048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6629400" y="0"/>
                </a:lnTo>
                <a:cubicBezTo>
                  <a:pt x="6797736" y="0"/>
                  <a:pt x="6934200" y="136464"/>
                  <a:pt x="6934200" y="304800"/>
                </a:cubicBezTo>
                <a:lnTo>
                  <a:pt x="6934200" y="5334000"/>
                </a:lnTo>
                <a:cubicBezTo>
                  <a:pt x="6934200" y="5502336"/>
                  <a:pt x="6797736" y="5638800"/>
                  <a:pt x="6629400" y="5638800"/>
                </a:cubicBezTo>
                <a:lnTo>
                  <a:pt x="304800" y="5638800"/>
                </a:lnTo>
                <a:cubicBezTo>
                  <a:pt x="136464" y="5638800"/>
                  <a:pt x="0" y="5502336"/>
                  <a:pt x="0" y="53340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2164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4724400"/>
            <a:ext cx="3276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单击此处添加正文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3942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单击此处添加标题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10972800" cy="3251200"/>
          </a:xfrm>
          <a:custGeom>
            <a:avLst/>
            <a:gdLst>
              <a:gd name="connisteX0" fmla="*/ 0 w 10972800"/>
              <a:gd name="connsiteY0" fmla="*/ 304800 h 3251200"/>
              <a:gd name="connisteX1" fmla="*/ 304800 w 10972800"/>
              <a:gd name="connsiteY1" fmla="*/ 0 h 3251200"/>
              <a:gd name="connisteX2" fmla="*/ 10668000 w 10972800"/>
              <a:gd name="connsiteY2" fmla="*/ 0 h 3251200"/>
              <a:gd name="connisteX3" fmla="*/ 10972800 w 10972800"/>
              <a:gd name="connsiteY3" fmla="*/ 304800 h 3251200"/>
              <a:gd name="connisteX4" fmla="*/ 10972800 w 10972800"/>
              <a:gd name="connsiteY4" fmla="*/ 2946400 h 3251200"/>
              <a:gd name="connisteX5" fmla="*/ 10668000 w 10972800"/>
              <a:gd name="connsiteY5" fmla="*/ 3251200 h 3251200"/>
              <a:gd name="connisteX6" fmla="*/ 304800 w 10972800"/>
              <a:gd name="connsiteY6" fmla="*/ 3251200 h 3251200"/>
              <a:gd name="connisteX7" fmla="*/ 0 w 10972800"/>
              <a:gd name="connsiteY7" fmla="*/ 2946400 h 3251200"/>
              <a:gd name="connisteX8" fmla="*/ 0 w 10972800"/>
              <a:gd name="connsiteY8" fmla="*/ 3048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251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0668000" y="0"/>
                </a:lnTo>
                <a:cubicBezTo>
                  <a:pt x="10836336" y="0"/>
                  <a:pt x="10972800" y="136464"/>
                  <a:pt x="10972800" y="304800"/>
                </a:cubicBezTo>
                <a:lnTo>
                  <a:pt x="10972800" y="2946400"/>
                </a:lnTo>
                <a:cubicBezTo>
                  <a:pt x="10972800" y="3114736"/>
                  <a:pt x="10836336" y="3251200"/>
                  <a:pt x="10668000" y="3251200"/>
                </a:cubicBezTo>
                <a:lnTo>
                  <a:pt x="304800" y="3251200"/>
                </a:lnTo>
                <a:cubicBezTo>
                  <a:pt x="136464" y="3251200"/>
                  <a:pt x="0" y="3114736"/>
                  <a:pt x="0" y="29464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4470400"/>
            <a:ext cx="693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5029200"/>
            <a:ext cx="6934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单击此处添加正文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CONTENTS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目录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01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02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03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04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  <a:t>单击此处添加项标题</a:t>
            </a:r>
            <a:endParaRPr lang="zh-CN" altLang="en-US" smtClean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7" Type="http://schemas.openxmlformats.org/officeDocument/2006/relationships/theme" Target="../theme/theme2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slideLayout" Target="../slideLayouts/slideLayout12.xml"/><Relationship Id="rId19" Type="http://schemas.openxmlformats.org/officeDocument/2006/relationships/image" Target="../media/image11.png"/><Relationship Id="rId18" Type="http://schemas.openxmlformats.org/officeDocument/2006/relationships/tags" Target="../tags/tag130.xml"/><Relationship Id="rId17" Type="http://schemas.openxmlformats.org/officeDocument/2006/relationships/image" Target="../media/image10.png"/><Relationship Id="rId16" Type="http://schemas.openxmlformats.org/officeDocument/2006/relationships/tags" Target="../tags/tag12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image" Target="../media/image11.png"/><Relationship Id="rId11" Type="http://schemas.openxmlformats.org/officeDocument/2006/relationships/tags" Target="../tags/tag210.xml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234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0" y="5943600"/>
            <a:ext cx="1485900" cy="914400"/>
          </a:xfrm>
          <a:prstGeom prst="rect">
            <a:avLst/>
          </a:prstGeom>
        </p:spPr>
      </p:pic>
      <p:pic>
        <p:nvPicPr>
          <p:cNvPr id="11" name="图片 10" descr="34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988675" y="0"/>
            <a:ext cx="1203325" cy="1169035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汉仪正圆-75W" panose="00020600040101010101" charset="-122"/>
                <a:ea typeface="汉仪正圆-75W" panose="00020600040101010101" charset="-122"/>
              </a:rPr>
              <a:t>单击此处编辑母版标题样式</a:t>
            </a:r>
            <a:endParaRPr lang="zh-CN" altLang="en-US" dirty="0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汉仪正圆 55简" panose="00020600040101010101" charset="-122"/>
                <a:ea typeface="汉仪正圆 55简" panose="00020600040101010101" charset="-122"/>
              </a:rPr>
              <a:t>单击此处编辑母版文本样式</a:t>
            </a:r>
            <a:endParaRPr lang="zh-CN" altLang="en-US" dirty="0">
              <a:latin typeface="汉仪正圆 55简" panose="00020600040101010101" charset="-122"/>
              <a:ea typeface="汉仪正圆 55简" panose="00020600040101010101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 dirty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234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943600"/>
            <a:ext cx="1485900" cy="914400"/>
          </a:xfrm>
          <a:prstGeom prst="rect">
            <a:avLst/>
          </a:prstGeom>
        </p:spPr>
      </p:pic>
      <p:pic>
        <p:nvPicPr>
          <p:cNvPr id="11" name="图片 10" descr="34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988675" y="0"/>
            <a:ext cx="1203325" cy="1169035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汉仪正圆-75W" panose="00020600040101010101" charset="-122"/>
                <a:ea typeface="汉仪正圆-75W" panose="00020600040101010101" charset="-122"/>
              </a:rPr>
              <a:t>单击此处编辑母版标题样式</a:t>
            </a:r>
            <a:endParaRPr lang="zh-CN" altLang="en-US" dirty="0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汉仪正圆 55简" panose="00020600040101010101" charset="-122"/>
                <a:ea typeface="汉仪正圆 55简" panose="00020600040101010101" charset="-122"/>
              </a:rPr>
              <a:t>单击此处编辑母版文本样式</a:t>
            </a:r>
            <a:endParaRPr lang="zh-CN" altLang="en-US" dirty="0">
              <a:latin typeface="汉仪正圆 55简" panose="00020600040101010101" charset="-122"/>
              <a:ea typeface="汉仪正圆 55简" panose="00020600040101010101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汉仪正圆 55简" panose="00020600040101010101" charset="-122"/>
                <a:ea typeface="汉仪正圆 55简" panose="00020600040101010101" charset="-122"/>
              </a:rPr>
            </a:fld>
            <a:endParaRPr lang="zh-CN" altLang="en-US" dirty="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6" Type="http://schemas.openxmlformats.org/officeDocument/2006/relationships/slideLayout" Target="../slideLayouts/slideLayout33.xml"/><Relationship Id="rId15" Type="http://schemas.openxmlformats.org/officeDocument/2006/relationships/tags" Target="../tags/tag236.xml"/><Relationship Id="rId14" Type="http://schemas.openxmlformats.org/officeDocument/2006/relationships/tags" Target="../tags/tag235.xml"/><Relationship Id="rId13" Type="http://schemas.openxmlformats.org/officeDocument/2006/relationships/tags" Target="../tags/tag234.xml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tags" Target="../tags/tag22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2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image" Target="../media/image12.jpeg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image" Target="../media/image13.jpeg"/><Relationship Id="rId2" Type="http://schemas.openxmlformats.org/officeDocument/2006/relationships/tags" Target="../tags/tag246.xml"/><Relationship Id="rId1" Type="http://schemas.openxmlformats.org/officeDocument/2006/relationships/tags" Target="../tags/tag24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tags" Target="../tags/tag25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0.xml"/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image" Target="../media/image14.jpeg"/><Relationship Id="rId2" Type="http://schemas.openxmlformats.org/officeDocument/2006/relationships/tags" Target="../tags/tag255.xml"/><Relationship Id="rId1" Type="http://schemas.openxmlformats.org/officeDocument/2006/relationships/tags" Target="../tags/tag25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image" Target="../media/image15.png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67.xml"/><Relationship Id="rId2" Type="http://schemas.openxmlformats.org/officeDocument/2006/relationships/tags" Target="../tags/tag266.xml"/><Relationship Id="rId1" Type="http://schemas.openxmlformats.org/officeDocument/2006/relationships/tags" Target="../tags/tag26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image" Target="../media/image16.jpeg"/><Relationship Id="rId2" Type="http://schemas.openxmlformats.org/officeDocument/2006/relationships/tags" Target="../tags/tag269.xml"/><Relationship Id="rId1" Type="http://schemas.openxmlformats.org/officeDocument/2006/relationships/tags" Target="../tags/tag26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3" Type="http://schemas.openxmlformats.org/officeDocument/2006/relationships/image" Target="../media/image17.jpeg"/><Relationship Id="rId2" Type="http://schemas.openxmlformats.org/officeDocument/2006/relationships/tags" Target="../tags/tag275.xml"/><Relationship Id="rId1" Type="http://schemas.openxmlformats.org/officeDocument/2006/relationships/tags" Target="../tags/tag27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" Type="http://schemas.openxmlformats.org/officeDocument/2006/relationships/tags" Target="../tags/tag28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image" Target="../media/image18.png"/><Relationship Id="rId2" Type="http://schemas.openxmlformats.org/officeDocument/2006/relationships/tags" Target="../tags/tag284.xml"/><Relationship Id="rId1" Type="http://schemas.openxmlformats.org/officeDocument/2006/relationships/tags" Target="../tags/tag28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>
          <a:xfrm>
            <a:off x="834016" y="5245160"/>
            <a:ext cx="2397671" cy="839365"/>
          </a:xfrm>
        </p:spPr>
        <p:txBody>
          <a:bodyPr>
            <a:normAutofit/>
          </a:bodyPr>
          <a:p>
            <a:pPr lvl="0"/>
            <a:r>
              <a:rPr lang="en-US" altLang="zh-CN">
                <a:latin typeface="汉仪正圆 55简" panose="00020600040101010101" charset="-122"/>
                <a:ea typeface="汉仪正圆 55简" panose="00020600040101010101" charset="-122"/>
              </a:rPr>
              <a:t>汇报人：</a:t>
            </a:r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郑文瑾</a:t>
            </a:r>
            <a:endParaRPr lang="en-US" altLang="zh-CN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latin typeface="汉仪正圆 55简" panose="00020600040101010101" charset="-122"/>
                <a:ea typeface="汉仪正圆 55简" panose="00020600040101010101" charset="-122"/>
              </a:rPr>
              <a:t>2026/01/06</a:t>
            </a:r>
            <a:endParaRPr lang="en-US" altLang="zh-CN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ctrTitle" idx="15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Office高效使用实用教程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CONTENTS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200">
                <a:latin typeface="汉仪正圆-75W" panose="00020600040101010101" charset="-122"/>
                <a:ea typeface="汉仪正圆-75W" panose="00020600040101010101" charset="-122"/>
              </a:rPr>
              <a:t>目录</a:t>
            </a:r>
            <a:endParaRPr lang="zh-CN" altLang="en-US" sz="4200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>
                <a:latin typeface="汉仪正圆 55简" panose="00020600040101010101" charset="-122"/>
                <a:ea typeface="汉仪正圆 55简" panose="00020600040101010101" charset="-122"/>
              </a:rPr>
              <a:t>01</a:t>
            </a:r>
            <a:endParaRPr lang="en-US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装饰  3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Office套件概览与基础操作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>
                <a:latin typeface="汉仪正圆 55简" panose="00020600040101010101" charset="-122"/>
                <a:ea typeface="汉仪正圆 55简" panose="00020600040101010101" charset="-122"/>
              </a:rPr>
              <a:t>02</a:t>
            </a:r>
            <a:endParaRPr lang="en-US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Word核心功能与高效编辑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>
                <a:latin typeface="汉仪正圆 55简" panose="00020600040101010101" charset="-122"/>
                <a:ea typeface="汉仪正圆 55简" panose="00020600040101010101" charset="-122"/>
              </a:rPr>
              <a:t>03</a:t>
            </a:r>
            <a:endParaRPr lang="en-US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Excel数据处理基础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>
                <a:latin typeface="汉仪正圆 55简" panose="00020600040101010101" charset="-122"/>
                <a:ea typeface="汉仪正圆 55简" panose="00020600040101010101" charset="-122"/>
              </a:rPr>
              <a:t>04</a:t>
            </a:r>
            <a:endParaRPr lang="en-US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4" name="装饰  2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高效办公总结与资源推荐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Office套件概览与基础操作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7500">
                <a:latin typeface="汉仪正圆 55简" panose="00020600040101010101" charset="-122"/>
                <a:ea typeface="汉仪正圆 55简" panose="00020600040101010101" charset="-122"/>
              </a:rPr>
              <a:t>01</a:t>
            </a:r>
            <a:endParaRPr lang="en-US" altLang="en-US" sz="750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Office界面布局与通用操作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9" name="内容占位符 8" descr="39892cf4-eac6-11f0-9426-86f5ba6a58ab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l="11111" t="38645" b="21848"/>
          <a:stretch>
            <a:fillRect/>
          </a:stretch>
        </p:blipFill>
        <p:spPr>
          <a:xfrm>
            <a:off x="609600" y="609600"/>
            <a:ext cx="10972800" cy="3251200"/>
          </a:xfrm>
          <a:custGeom>
            <a:avLst/>
            <a:gdLst>
              <a:gd name="connisteX0" fmla="*/ 0 w 10972800"/>
              <a:gd name="connsiteY0" fmla="*/ 304800 h 3251200"/>
              <a:gd name="connisteX1" fmla="*/ 304800 w 10972800"/>
              <a:gd name="connsiteY1" fmla="*/ 0 h 3251200"/>
              <a:gd name="connisteX2" fmla="*/ 10668000 w 10972800"/>
              <a:gd name="connsiteY2" fmla="*/ 0 h 3251200"/>
              <a:gd name="connisteX3" fmla="*/ 10972800 w 10972800"/>
              <a:gd name="connsiteY3" fmla="*/ 304800 h 3251200"/>
              <a:gd name="connisteX4" fmla="*/ 10972800 w 10972800"/>
              <a:gd name="connsiteY4" fmla="*/ 2946400 h 3251200"/>
              <a:gd name="connisteX5" fmla="*/ 10668000 w 10972800"/>
              <a:gd name="connsiteY5" fmla="*/ 3251200 h 3251200"/>
              <a:gd name="connisteX6" fmla="*/ 304800 w 10972800"/>
              <a:gd name="connsiteY6" fmla="*/ 3251200 h 3251200"/>
              <a:gd name="connisteX7" fmla="*/ 0 w 10972800"/>
              <a:gd name="connsiteY7" fmla="*/ 2946400 h 3251200"/>
              <a:gd name="connisteX8" fmla="*/ 0 w 10972800"/>
              <a:gd name="connsiteY8" fmla="*/ 3048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251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0668000" y="0"/>
                </a:lnTo>
                <a:cubicBezTo>
                  <a:pt x="10836336" y="0"/>
                  <a:pt x="10972800" y="136464"/>
                  <a:pt x="10972800" y="304800"/>
                </a:cubicBezTo>
                <a:lnTo>
                  <a:pt x="10972800" y="2946400"/>
                </a:lnTo>
                <a:cubicBezTo>
                  <a:pt x="10972800" y="3114736"/>
                  <a:pt x="10836336" y="3251200"/>
                  <a:pt x="10668000" y="3251200"/>
                </a:cubicBezTo>
                <a:lnTo>
                  <a:pt x="304800" y="3251200"/>
                </a:lnTo>
                <a:cubicBezTo>
                  <a:pt x="136464" y="3251200"/>
                  <a:pt x="0" y="3114736"/>
                  <a:pt x="0" y="2946400"/>
                </a:cubicBezTo>
                <a:lnTo>
                  <a:pt x="0" y="3048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通用快捷键与界面定制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掌握Ctrl+C/V（复制粘贴）、Ctrl+Z（撤销）等通用快捷键，自定义功能区添加常用工具，减少重复操作步骤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文件管理与格式转换技巧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10" name="内容占位符 9" descr="3997a21c-eac6-11f0-b02d-9aadef33770a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l="12688" r="5330"/>
          <a:stretch>
            <a:fillRect/>
          </a:stretch>
        </p:blipFill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304800 h 5638800"/>
              <a:gd name="connisteX1" fmla="*/ 304800 w 6934200"/>
              <a:gd name="connsiteY1" fmla="*/ 0 h 5638800"/>
              <a:gd name="connisteX2" fmla="*/ 6629400 w 6934200"/>
              <a:gd name="connsiteY2" fmla="*/ 0 h 5638800"/>
              <a:gd name="connisteX3" fmla="*/ 6934200 w 6934200"/>
              <a:gd name="connsiteY3" fmla="*/ 304800 h 5638800"/>
              <a:gd name="connisteX4" fmla="*/ 6934200 w 6934200"/>
              <a:gd name="connsiteY4" fmla="*/ 5334000 h 5638800"/>
              <a:gd name="connisteX5" fmla="*/ 6629400 w 6934200"/>
              <a:gd name="connsiteY5" fmla="*/ 5638800 h 5638800"/>
              <a:gd name="connisteX6" fmla="*/ 304800 w 6934200"/>
              <a:gd name="connsiteY6" fmla="*/ 5638800 h 5638800"/>
              <a:gd name="connisteX7" fmla="*/ 0 w 6934200"/>
              <a:gd name="connsiteY7" fmla="*/ 5334000 h 5638800"/>
              <a:gd name="connisteX8" fmla="*/ 0 w 6934200"/>
              <a:gd name="connsiteY8" fmla="*/ 3048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6629400" y="0"/>
                </a:lnTo>
                <a:cubicBezTo>
                  <a:pt x="6797736" y="0"/>
                  <a:pt x="6934200" y="136464"/>
                  <a:pt x="6934200" y="304800"/>
                </a:cubicBezTo>
                <a:lnTo>
                  <a:pt x="6934200" y="5334000"/>
                </a:lnTo>
                <a:cubicBezTo>
                  <a:pt x="6934200" y="5502336"/>
                  <a:pt x="6797736" y="5638800"/>
                  <a:pt x="6629400" y="5638800"/>
                </a:cubicBezTo>
                <a:lnTo>
                  <a:pt x="304800" y="5638800"/>
                </a:lnTo>
                <a:cubicBezTo>
                  <a:pt x="136464" y="5638800"/>
                  <a:pt x="0" y="5502336"/>
                  <a:pt x="0" y="5334000"/>
                </a:cubicBezTo>
                <a:lnTo>
                  <a:pt x="0" y="3048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云存储与格式互转方法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使用OneDrive同步文件跨设备访问，通过“另存为”功能实现Word/Excel/PPT格式互转，适配不同场景需求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Word核心功能与高效编辑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7500">
                <a:latin typeface="汉仪正圆 55简" panose="00020600040101010101" charset="-122"/>
                <a:ea typeface="汉仪正圆 55简" panose="00020600040101010101" charset="-122"/>
              </a:rPr>
              <a:t>02</a:t>
            </a:r>
            <a:endParaRPr lang="en-US" altLang="en-US" sz="750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文档格式快速统一技巧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9" name="内容占位符 8" descr="39832aec-eac6-11f0-a7bd-26be19a7dac8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r="33856" b="15591"/>
          <a:stretch>
            <a:fillRect/>
          </a:stretch>
        </p:blipFill>
        <p:spPr>
          <a:xfrm>
            <a:off x="609600" y="1524000"/>
            <a:ext cx="5588000" cy="4724400"/>
          </a:xfrm>
          <a:custGeom>
            <a:avLst/>
            <a:gdLst>
              <a:gd name="connisteX0" fmla="*/ 0 w 5588000"/>
              <a:gd name="connsiteY0" fmla="*/ 304800 h 4724400"/>
              <a:gd name="connisteX1" fmla="*/ 304800 w 5588000"/>
              <a:gd name="connsiteY1" fmla="*/ 0 h 4724400"/>
              <a:gd name="connisteX2" fmla="*/ 5283200 w 5588000"/>
              <a:gd name="connsiteY2" fmla="*/ 0 h 4724400"/>
              <a:gd name="connisteX3" fmla="*/ 5588000 w 5588000"/>
              <a:gd name="connsiteY3" fmla="*/ 304800 h 4724400"/>
              <a:gd name="connisteX4" fmla="*/ 5588000 w 5588000"/>
              <a:gd name="connsiteY4" fmla="*/ 4419600 h 4724400"/>
              <a:gd name="connisteX5" fmla="*/ 5283200 w 5588000"/>
              <a:gd name="connsiteY5" fmla="*/ 4724400 h 4724400"/>
              <a:gd name="connisteX6" fmla="*/ 304800 w 5588000"/>
              <a:gd name="connsiteY6" fmla="*/ 4724400 h 4724400"/>
              <a:gd name="connisteX7" fmla="*/ 0 w 5588000"/>
              <a:gd name="connsiteY7" fmla="*/ 4419600 h 4724400"/>
              <a:gd name="connisteX8" fmla="*/ 0 w 55880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5283200" y="0"/>
                </a:lnTo>
                <a:cubicBezTo>
                  <a:pt x="5451536" y="0"/>
                  <a:pt x="5588000" y="136464"/>
                  <a:pt x="5588000" y="304800"/>
                </a:cubicBezTo>
                <a:lnTo>
                  <a:pt x="5588000" y="4419600"/>
                </a:lnTo>
                <a:cubicBezTo>
                  <a:pt x="5588000" y="4587936"/>
                  <a:pt x="5451536" y="4724400"/>
                  <a:pt x="52832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样式与模板的一键应用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利用样式功能统一字体段落格式，套用内置模板快速生成规范文档，避免逐行调整格式的繁琐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长文档编辑与排版技巧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10" name="内容占位符 9" descr="default_2_img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l="15414" r="15414"/>
          <a:stretch>
            <a:fillRect/>
          </a:stretch>
        </p:blipFill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304800 h 5638800"/>
              <a:gd name="connisteX1" fmla="*/ 304800 w 6934200"/>
              <a:gd name="connsiteY1" fmla="*/ 0 h 5638800"/>
              <a:gd name="connisteX2" fmla="*/ 6629400 w 6934200"/>
              <a:gd name="connsiteY2" fmla="*/ 0 h 5638800"/>
              <a:gd name="connisteX3" fmla="*/ 6934200 w 6934200"/>
              <a:gd name="connsiteY3" fmla="*/ 304800 h 5638800"/>
              <a:gd name="connisteX4" fmla="*/ 6934200 w 6934200"/>
              <a:gd name="connsiteY4" fmla="*/ 5334000 h 5638800"/>
              <a:gd name="connisteX5" fmla="*/ 6629400 w 6934200"/>
              <a:gd name="connsiteY5" fmla="*/ 5638800 h 5638800"/>
              <a:gd name="connisteX6" fmla="*/ 304800 w 6934200"/>
              <a:gd name="connsiteY6" fmla="*/ 5638800 h 5638800"/>
              <a:gd name="connisteX7" fmla="*/ 0 w 6934200"/>
              <a:gd name="connsiteY7" fmla="*/ 5334000 h 5638800"/>
              <a:gd name="connisteX8" fmla="*/ 0 w 6934200"/>
              <a:gd name="connsiteY8" fmla="*/ 3048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6629400" y="0"/>
                </a:lnTo>
                <a:cubicBezTo>
                  <a:pt x="6797736" y="0"/>
                  <a:pt x="6934200" y="136464"/>
                  <a:pt x="6934200" y="304800"/>
                </a:cubicBezTo>
                <a:lnTo>
                  <a:pt x="6934200" y="5334000"/>
                </a:lnTo>
                <a:cubicBezTo>
                  <a:pt x="6934200" y="5502336"/>
                  <a:pt x="6797736" y="5638800"/>
                  <a:pt x="6629400" y="5638800"/>
                </a:cubicBezTo>
                <a:lnTo>
                  <a:pt x="304800" y="5638800"/>
                </a:lnTo>
                <a:cubicBezTo>
                  <a:pt x="136464" y="5638800"/>
                  <a:pt x="0" y="5502336"/>
                  <a:pt x="0" y="5334000"/>
                </a:cubicBezTo>
                <a:lnTo>
                  <a:pt x="0" y="3048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目录生成与分页控制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通过标题样式自动生成目录，使用分页符/分节符精准控制页面布局，提升长文档可读性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Excel数据处理基础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7500">
                <a:latin typeface="汉仪正圆 55简" panose="00020600040101010101" charset="-122"/>
                <a:ea typeface="汉仪正圆 55简" panose="00020600040101010101" charset="-122"/>
              </a:rPr>
              <a:t>03</a:t>
            </a:r>
            <a:endParaRPr lang="en-US" altLang="en-US" sz="750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表格数据快速录入与整理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10" name="内容占位符 9" descr="396ea591-eac6-11f0-ac74-7eeee82cc036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l="2151"/>
          <a:stretch>
            <a:fillRect/>
          </a:stretch>
        </p:blipFill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629400 w 6934200"/>
              <a:gd name="connsiteY1" fmla="*/ 0 h 4724400"/>
              <a:gd name="connisteX2" fmla="*/ 6934200 w 6934200"/>
              <a:gd name="connsiteY2" fmla="*/ 304800 h 4724400"/>
              <a:gd name="connisteX3" fmla="*/ 6934200 w 6934200"/>
              <a:gd name="connsiteY3" fmla="*/ 4419600 h 4724400"/>
              <a:gd name="connisteX4" fmla="*/ 66294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629400" y="0"/>
                </a:lnTo>
                <a:cubicBezTo>
                  <a:pt x="6797736" y="0"/>
                  <a:pt x="6934200" y="136464"/>
                  <a:pt x="6934200" y="304800"/>
                </a:cubicBezTo>
                <a:lnTo>
                  <a:pt x="6934200" y="4419600"/>
                </a:lnTo>
                <a:cubicBezTo>
                  <a:pt x="6934200" y="4587936"/>
                  <a:pt x="6797736" y="4724400"/>
                  <a:pt x="6629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快速填充与数据验证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使用快速填充功能自动生成序列数据，通过数据验证限制输入范围，减少错误数据录入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基础数据统计与可视化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10" name="内容占位符 9" descr="399740af-eac6-11f0-b02d-9aadef33770a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t="10225" r="18056" b="56200"/>
          <a:stretch>
            <a:fillRect/>
          </a:stretch>
        </p:blipFill>
        <p:spPr>
          <a:xfrm>
            <a:off x="609600" y="609600"/>
            <a:ext cx="10972800" cy="2997200"/>
          </a:xfrm>
          <a:custGeom>
            <a:avLst/>
            <a:gdLst>
              <a:gd name="connisteX0" fmla="*/ 0 w 10972800"/>
              <a:gd name="connsiteY0" fmla="*/ 304800 h 2997200"/>
              <a:gd name="connisteX1" fmla="*/ 304800 w 10972800"/>
              <a:gd name="connsiteY1" fmla="*/ 0 h 2997200"/>
              <a:gd name="connisteX2" fmla="*/ 10668000 w 10972800"/>
              <a:gd name="connsiteY2" fmla="*/ 0 h 2997200"/>
              <a:gd name="connisteX3" fmla="*/ 10972800 w 10972800"/>
              <a:gd name="connsiteY3" fmla="*/ 304800 h 2997200"/>
              <a:gd name="connisteX4" fmla="*/ 10972800 w 10972800"/>
              <a:gd name="connsiteY4" fmla="*/ 2692400 h 2997200"/>
              <a:gd name="connisteX5" fmla="*/ 10668000 w 10972800"/>
              <a:gd name="connsiteY5" fmla="*/ 2997200 h 2997200"/>
              <a:gd name="connisteX6" fmla="*/ 304800 w 10972800"/>
              <a:gd name="connsiteY6" fmla="*/ 2997200 h 2997200"/>
              <a:gd name="connisteX7" fmla="*/ 0 w 10972800"/>
              <a:gd name="connsiteY7" fmla="*/ 2692400 h 2997200"/>
              <a:gd name="connisteX8" fmla="*/ 0 w 10972800"/>
              <a:gd name="connsiteY8" fmla="*/ 3048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97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0668000" y="0"/>
                </a:lnTo>
                <a:cubicBezTo>
                  <a:pt x="10836336" y="0"/>
                  <a:pt x="10972800" y="136464"/>
                  <a:pt x="10972800" y="304800"/>
                </a:cubicBezTo>
                <a:lnTo>
                  <a:pt x="10972800" y="2692400"/>
                </a:lnTo>
                <a:cubicBezTo>
                  <a:pt x="10972800" y="2860736"/>
                  <a:pt x="10836336" y="2997200"/>
                  <a:pt x="10668000" y="2997200"/>
                </a:cubicBezTo>
                <a:lnTo>
                  <a:pt x="304800" y="2997200"/>
                </a:lnTo>
                <a:cubicBezTo>
                  <a:pt x="136464" y="2997200"/>
                  <a:pt x="0" y="2860736"/>
                  <a:pt x="0" y="2692400"/>
                </a:cubicBezTo>
                <a:lnTo>
                  <a:pt x="0" y="3048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常用函数与图表插入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掌握SUM/COUNT等基础函数快速统计数据，插入柱状图/折线图可视化数据趋势，清晰呈现结果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高效办公总结与资源推荐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7500">
                <a:latin typeface="汉仪正圆 55简" panose="00020600040101010101" charset="-122"/>
                <a:ea typeface="汉仪正圆 55简" panose="00020600040101010101" charset="-122"/>
              </a:rPr>
              <a:t>04</a:t>
            </a:r>
            <a:endParaRPr lang="en-US" altLang="en-US" sz="7500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-75W" panose="00020600040101010101" charset="-122"/>
                <a:ea typeface="汉仪正圆-75W" panose="00020600040101010101" charset="-122"/>
              </a:rPr>
              <a:t>核心技巧回顾与后续学习路径</a:t>
            </a:r>
            <a:endParaRPr lang="zh-CN" altLang="en-US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10" name="内容占位符 9" descr="default_4_img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l="25958" r="25958"/>
          <a:stretch>
            <a:fillRect/>
          </a:stretch>
        </p:blipFill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304800 h 4724400"/>
              <a:gd name="connisteX1" fmla="*/ 3048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304800 w 4038600"/>
              <a:gd name="connsiteY4" fmla="*/ 4724400 h 4724400"/>
              <a:gd name="connisteX5" fmla="*/ 0 w 4038600"/>
              <a:gd name="connsiteY5" fmla="*/ 4419600 h 4724400"/>
              <a:gd name="connisteX6" fmla="*/ 0 w 4038600"/>
              <a:gd name="connsiteY6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 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关键技巧总结与资源指引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回顾三大软件核心操作技巧，推荐Office官方教程、在线社区论坛等资源，助力办公技能持续进阶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正圆 55简" panose="00020600040101010101" charset="-122"/>
                <a:ea typeface="汉仪正圆 55简" panose="00020600040101010101" charset="-122"/>
              </a:rPr>
              <a:t>THE END</a:t>
            </a:r>
            <a:endParaRPr lang="zh-CN" altLang="en-US">
              <a:latin typeface="汉仪正圆 55简" panose="00020600040101010101" charset="-122"/>
              <a:ea typeface="汉仪正圆 55简" panose="00020600040101010101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 sz="6300">
                <a:latin typeface="汉仪正圆-75W" panose="00020600040101010101" charset="-122"/>
                <a:ea typeface="汉仪正圆-75W" panose="00020600040101010101" charset="-122"/>
              </a:rPr>
              <a:t>谢谢</a:t>
            </a:r>
            <a:endParaRPr lang="zh-CN" altLang="en-US" sz="6300">
              <a:latin typeface="汉仪正圆-75W" panose="00020600040101010101" charset="-122"/>
              <a:ea typeface="汉仪正圆-75W" panose="0002060004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15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23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</p:tagLst>
</file>

<file path=ppt/tags/tag27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</p:tagLst>
</file>

<file path=ppt/tags/tag28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BEAUTIFY_FLAG" val="#wm#"/>
  <p:tag name="KSO_WM_UNIT_INDEX" val="1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35.xml><?xml version="1.0" encoding="utf-8"?>
<p:tagLst xmlns:p="http://schemas.openxmlformats.org/presentationml/2006/main">
  <p:tag name="KSO_WM_BEAUTIFY_FLAG" val="#wm#"/>
  <p:tag name="KSO_WM_UNIT_INDEX" val="2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3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45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53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95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105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3.0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110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111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3.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11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278ac0c99105e181290c7e1aa15a4f79f1635ef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117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118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119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120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121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122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123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124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125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126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127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128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40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40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40"/>
  <p:tag name="KSO_WM_TEMPLATE_MASTER_TYPE" val="0"/>
  <p:tag name="KSO_WM_TEMPLATE_COLOR_TYPE" val="0"/>
  <p:tag name="KSO_WM_BEAUTIFY_FLAG" val="#wm#"/>
</p:tagLst>
</file>

<file path=ppt/tags/tag13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32bd143fa5130ed2"/>
  <p:tag name="KSO_WM_AITEMPLATE_STYLE_ID" val="69796643668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b2b0a8a4e2717cc578b2664ac4392770970206a"/>
  <p:tag name="KSO_WM_NEWLAYOUT_GROUP_ID" val="layout_60"/>
  <p:tag name="KSO_WM_NEWLAYOUT_ID" val="slide_cf12a0797d45ec7a"/>
</p:tagLst>
</file>

<file path=ppt/tags/tag1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3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c1ac0205d9e8386d9fc34d1139ac2ed3e00b40a"/>
  <p:tag name="KSO_WM_NEWLAYOUT_GROUP_ID" val="layout_51"/>
  <p:tag name="KSO_WM_NEWLAYOUT_ID" val="slide_3461ed1a5b67fef1"/>
</p:tagLst>
</file>

<file path=ppt/tags/tag1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ef753ab6ed7aacb69024e8923ecfbbbe7ccdd32"/>
  <p:tag name="KSO_WM_NEWLAYOUT_GROUP_ID" val="layout_61"/>
  <p:tag name="KSO_WM_NEWLAYOUT_ID" val="slide_1fabe581cef1fe3f"/>
</p:tagLst>
</file>

<file path=ppt/tags/tag1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9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a9971b0c9b6704e1d198adb23160fed3f59b65"/>
  <p:tag name="KSO_WM_NEWLAYOUT_GROUP_ID" val="layout_30"/>
  <p:tag name="KSO_WM_NEWLAYOUT_ID" val="slide_a591d1258ac0cc8b"/>
</p:tagLst>
</file>

<file path=ppt/tags/tag1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16602535ab2404c88ed8adf25c8717074dee0ac"/>
  <p:tag name="KSO_WM_NEWLAYOUT_GROUP_ID" val="layout_10014"/>
  <p:tag name="KSO_WM_NEWLAYOUT_ID" val="slide_7531d66211daa599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4b7f5a9078b437d58509046f3671413eaf5801f"/>
  <p:tag name="KSO_WM_NEWLAYOUT_GROUP_ID" val="layout_6"/>
  <p:tag name="KSO_WM_NEWLAYOUT_ID" val="slide_ed2425e469c44f2b"/>
</p:tagLst>
</file>

<file path=ppt/tags/tag1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54e325e6f04a5a887def84909a98704ba1a752"/>
  <p:tag name="KSO_WM_NEWLAYOUT_GROUP_ID" val="layout_63"/>
  <p:tag name="KSO_WM_NEWLAYOUT_ID" val="slide_67390f5f63e2e432"/>
</p:tagLst>
</file>

<file path=ppt/tags/tag1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cb44077ed860cdc58f7f4196117b4234e9999992"/>
  <p:tag name="KSO_WM_NEWLAYOUT_GROUP_ID" val="layout_1-5"/>
  <p:tag name="KSO_WM_NEWLAYOUT_ID" val="slide_61223ae7a7f7aefc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9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0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0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40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40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40"/>
  <p:tag name="KSO_WM_TEMPLATE_MASTER_TYPE" val="0"/>
  <p:tag name="KSO_WM_TEMPLATE_COLOR_TYPE" val="0"/>
  <p:tag name="KSO_WM_BEAUTIFY_FLAG" val="#wm#"/>
</p:tagLst>
</file>

<file path=ppt/tags/tag21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32bd143fa5130ed2"/>
</p:tagLst>
</file>

<file path=ppt/tags/tag218.xml><?xml version="1.0" encoding="utf-8"?>
<p:tagLst xmlns:p="http://schemas.openxmlformats.org/presentationml/2006/main">
  <p:tag name="KSO_WM_BEAUTIFY_FLAG" val="#wm#"/>
  <p:tag name="KSO_WM_UNIT_INDEX" val="1"/>
  <p:tag name="KSO_WM_UNIT_SUBTYPE" val="b"/>
  <p:tag name="KSO_WM_UNIT_TYPE" val="f"/>
  <p:tag name="KSO_WM_FIGMA_FLAG" val="#fgm#"/>
  <p:tag name="KSO_WM_TEMPLATE_CATEGORY" val="custom"/>
  <p:tag name="KSO_WM_TEMPLATE_INDEX" val="40494640"/>
  <p:tag name="KSO_WM_UNIT_LAYERLEVEL" val="1"/>
  <p:tag name="KSO_WM_UNIT_ID" val="custom40494640_1*f*1"/>
  <p:tag name="KSO_WM_TAG_VERSION" val="3.0"/>
  <p:tag name="KSO_WM_UNIT_TEXT_LAYER_COUNT" val="1"/>
  <p:tag name="KSO_WM_UNIT_PRESET_TEXT" val="BY WP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</p:tagLst>
</file>

<file path=ppt/tags/tag219.xml><?xml version="1.0" encoding="utf-8"?>
<p:tagLst xmlns:p="http://schemas.openxmlformats.org/presentationml/2006/main">
  <p:tag name="KSO_WM_BEAUTIFY_FLAG" val="#wm#"/>
  <p:tag name="KSO_WM_UNIT_INDEX" val="2"/>
  <p:tag name="KSO_WM_UNIT_SUBTYPE" val="c"/>
  <p:tag name="KSO_WM_UNIT_TYPE" val="f"/>
  <p:tag name="KSO_WM_FIGMA_FLAG" val="#fgm#"/>
  <p:tag name="KSO_WM_TEMPLATE_CATEGORY" val="custom"/>
  <p:tag name="KSO_WM_TEMPLATE_INDEX" val="40494640"/>
  <p:tag name="KSO_WM_UNIT_LAYERLEVEL" val="1"/>
  <p:tag name="KSO_WM_UNIT_ID" val="custom40494640_1*f*2"/>
  <p:tag name="KSO_WM_TAG_VERSION" val="3.0"/>
  <p:tag name="KSO_WM_UNIT_TEXT_LAYER_COUNT" val="1"/>
  <p:tag name="KSO_WM_UNIT_PRESET_TEXT" val="20XX YEAR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</p:tagLst>
</file>

<file path=ppt/tags/tag22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0"/>
  <p:tag name="KSO_WM_UNIT_LAYERLEVEL" val="1"/>
  <p:tag name="KSO_WM_UNIT_ID" val="custom40494640_1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21.xml><?xml version="1.0" encoding="utf-8"?>
<p:tagLst xmlns:p="http://schemas.openxmlformats.org/presentationml/2006/main">
  <p:tag name="KSO_WM_FIGMA_LIMIT" val=""/>
  <p:tag name="KSO_WM_FIGMA_SLIDE_GROUP" val="1"/>
  <p:tag name="KSO_WM_SLIDE_TYPE" val="title"/>
  <p:tag name="KSO_WM_TEMPLATE_SUBCATEGORY" val="29"/>
  <p:tag name="KSO_WM_TAG_VERSION" val="3.0"/>
  <p:tag name="KSO_WM_TEMPLATE_CATEGORY" val="custom"/>
  <p:tag name="KSO_WM_TEMPLATE_INDEX" val="40494640"/>
  <p:tag name="KSO_WM_SLIDE_ID" val="custom40494640_1"/>
  <p:tag name="KSO_WM_TEMPLATE_MASTER_TYPE" val="0"/>
  <p:tag name="KSO_WM_TEMPLATE_COLOR_TYPE" val="0"/>
  <p:tag name="KSO_WM_SLIDE_ITEM_CNT" val="0"/>
  <p:tag name="KSO_WM_SLIDE_INDEX" val="1"/>
  <p:tag name="KSO_WM_BEAUTIFY_FLAG" val="#wm#"/>
  <p:tag name="KSO_WM_SLIDE_LAYOUT" val="a_f"/>
  <p:tag name="KSO_WM_SLIDE_LAYOUT_CNT" val="1_2"/>
</p:tagLst>
</file>

<file path=ppt/tags/tag2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b44077ed860cdc58f7f4196117b4234e9999992"/>
  <p:tag name="KSO_WM_NEWLAYOUT_GROUP_ID" val="layout_1-5"/>
  <p:tag name="KSO_WM_NEWLAYOUT_ID" val="slide_61223ae7a7f7aefc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2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2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3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3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36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43668"/>
  <p:tag name="KSO_WM_TEMPLATE_SLIDE_ID" val="slide_61223ae7a7f7aefc"/>
</p:tagLst>
</file>

<file path=ppt/tags/tag23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0"/>
  <p:tag name="KSO_WM_UNIT_LAYERLEVEL" val="1"/>
  <p:tag name="KSO_WM_UNIT_ID" val="custom40494640_3*a*1"/>
  <p:tag name="KSO_WM_TAG_VERSION" val="3.0"/>
  <p:tag name="KSO_WM_UNIT_ISCONTENTSTITLE" val="0"/>
  <p:tag name="KSO_WM_UNIT_ISNUMDGMTITLE" val="0"/>
  <p:tag name="KSO_WM_UNIT_PRESET_TEXT" val="章节页的标题内容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</p:tagLst>
</file>

<file path=ppt/tags/tag238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0"/>
  <p:tag name="KSO_WM_UNIT_LAYERLEVEL" val="1"/>
  <p:tag name="KSO_WM_UNIT_ID" val="custom40494640_3*e*1"/>
  <p:tag name="KSO_WM_TAG_VERSION" val="3.0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</p:tagLst>
</file>

<file path=ppt/tags/tag239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0"/>
  <p:tag name="KSO_WM_SLIDE_ID" val="custom40494640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54e325e6f04a5a887def84909a98704ba1a752"/>
  <p:tag name="KSO_WM_NEWLAYOUT_GROUP_ID" val="layout_63"/>
  <p:tag name="KSO_WM_NEWLAYOUT_ID" val="slide_67390f5f63e2e432"/>
  <p:tag name="KSO_WM_UNIT_PRESET_TEXT" val="单击此处添加标题"/>
</p:tagLst>
</file>

<file path=ppt/tags/tag2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124566497&quot;,&quot;product_name&quot;:&quot;365wps-copilotchat-web&quot;,&quot;intention_code&quot;:&quot;365wps_cc_create_ppt&quot;}*gallery_gallery_3.0.4_Mock_V1_prod*9bffc87344d247afb32dd25ac1674204-slide-3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244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68"/>
  <p:tag name="KSO_WM_TEMPLATE_SLIDE_ID" val="slide_67390f5f63e2e432"/>
</p:tagLst>
</file>

<file path=ppt/tags/tag2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4b7f5a9078b437d58509046f3671413eaf5801f"/>
  <p:tag name="KSO_WM_NEWLAYOUT_GROUP_ID" val="layout_6"/>
  <p:tag name="KSO_WM_NEWLAYOUT_ID" val="slide_ed2425e469c44f2b"/>
  <p:tag name="KSO_WM_UNIT_PRESET_TEXT" val="单击此处添加标题"/>
</p:tagLst>
</file>

<file path=ppt/tags/tag2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455500643&quot;,&quot;product_name&quot;:&quot;365wps-copilotchat-web&quot;,&quot;intention_code&quot;:&quot;365wps_cc_create_ppt&quot;}*gallery_gallery_3.0.4_Mock_V1_prod*9bffc87344d247afb32dd25ac1674204-slide-4"/>
</p:tagLst>
</file>

<file path=ppt/tags/tag2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250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68"/>
  <p:tag name="KSO_WM_TEMPLATE_SLIDE_ID" val="slide_ed2425e469c44f2b"/>
</p:tagLst>
</file>

<file path=ppt/tags/tag25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0"/>
  <p:tag name="KSO_WM_UNIT_LAYERLEVEL" val="1"/>
  <p:tag name="KSO_WM_UNIT_ID" val="custom40494640_3*a*1"/>
  <p:tag name="KSO_WM_TAG_VERSION" val="3.0"/>
  <p:tag name="KSO_WM_UNIT_ISCONTENTSTITLE" val="0"/>
  <p:tag name="KSO_WM_UNIT_ISNUMDGMTITLE" val="0"/>
  <p:tag name="KSO_WM_UNIT_PRESET_TEXT" val="章节页的标题内容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</p:tagLst>
</file>

<file path=ppt/tags/tag25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0"/>
  <p:tag name="KSO_WM_UNIT_LAYERLEVEL" val="1"/>
  <p:tag name="KSO_WM_UNIT_ID" val="custom40494640_3*e*1"/>
  <p:tag name="KSO_WM_TAG_VERSION" val="3.0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</p:tagLst>
</file>

<file path=ppt/tags/tag253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0"/>
  <p:tag name="KSO_WM_SLIDE_ID" val="custom40494640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16602535ab2404c88ed8adf25c8717074dee0ac"/>
  <p:tag name="KSO_WM_NEWLAYOUT_GROUP_ID" val="layout_10014"/>
  <p:tag name="KSO_WM_NEWLAYOUT_ID" val="slide_7531d66211daa599"/>
  <p:tag name="KSO_WM_UNIT_PRESET_TEXT" val="单击此处添加标题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183252230&quot;,&quot;product_name&quot;:&quot;365wps-copilotchat-web&quot;,&quot;intention_code&quot;:&quot;365wps_cc_create_ppt&quot;}*gallery_gallery_3.0.4_Mock_V1_prod*9bffc87344d247afb32dd25ac1674204-slide-6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5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68"/>
  <p:tag name="KSO_WM_TEMPLATE_SLIDE_ID" val="slide_7531d66211daa599"/>
</p:tagLst>
</file>

<file path=ppt/tags/tag2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a9971b0c9b6704e1d198adb23160fed3f59b65"/>
  <p:tag name="KSO_WM_NEWLAYOUT_GROUP_ID" val="layout_30"/>
  <p:tag name="KSO_WM_NEWLAYOUT_ID" val="slide_a591d1258ac0cc8b"/>
  <p:tag name="KSO_WM_UNIT_PRESET_TEXT" val="单击此处添加标题"/>
</p:tagLst>
</file>

<file path=ppt/tags/tag2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0"/>
</p:tagLst>
</file>

<file path=ppt/tags/tag2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264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68"/>
  <p:tag name="KSO_WM_TEMPLATE_SLIDE_ID" val="slide_a591d1258ac0cc8b"/>
</p:tagLst>
</file>

<file path=ppt/tags/tag26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0"/>
  <p:tag name="KSO_WM_UNIT_LAYERLEVEL" val="1"/>
  <p:tag name="KSO_WM_UNIT_ID" val="custom40494640_3*a*1"/>
  <p:tag name="KSO_WM_TAG_VERSION" val="3.0"/>
  <p:tag name="KSO_WM_UNIT_ISCONTENTSTITLE" val="0"/>
  <p:tag name="KSO_WM_UNIT_ISNUMDGMTITLE" val="0"/>
  <p:tag name="KSO_WM_UNIT_PRESET_TEXT" val="章节页的标题内容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</p:tagLst>
</file>

<file path=ppt/tags/tag266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0"/>
  <p:tag name="KSO_WM_UNIT_LAYERLEVEL" val="1"/>
  <p:tag name="KSO_WM_UNIT_ID" val="custom40494640_3*e*1"/>
  <p:tag name="KSO_WM_TAG_VERSION" val="3.0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</p:tagLst>
</file>

<file path=ppt/tags/tag267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0"/>
  <p:tag name="KSO_WM_SLIDE_ID" val="custom40494640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ef753ab6ed7aacb69024e8923ecfbbbe7ccdd32"/>
  <p:tag name="KSO_WM_NEWLAYOUT_GROUP_ID" val="layout_61"/>
  <p:tag name="KSO_WM_NEWLAYOUT_ID" val="slide_1fabe581cef1fe3f"/>
  <p:tag name="KSO_WM_UNIT_PRESET_TEXT" val="单击此处添加标题"/>
</p:tagLst>
</file>

<file path=ppt/tags/tag2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582498355&quot;,&quot;product_name&quot;:&quot;365wps-copilotchat-web&quot;,&quot;intention_code&quot;:&quot;365wps_cc_create_ppt&quot;}*gallery_gallery_3.0.4_Mock_V1_prod*9bffc87344d247afb32dd25ac1674204-slide-9"/>
</p:tagLst>
</file>

<file path=ppt/tags/tag270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273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68"/>
  <p:tag name="KSO_WM_TEMPLATE_SLIDE_ID" val="slide_1fabe581cef1fe3f"/>
</p:tagLst>
</file>

<file path=ppt/tags/tag2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c1ac0205d9e8386d9fc34d1139ac2ed3e00b40a"/>
  <p:tag name="KSO_WM_NEWLAYOUT_GROUP_ID" val="layout_51"/>
  <p:tag name="KSO_WM_NEWLAYOUT_ID" val="slide_3461ed1a5b67fef1"/>
  <p:tag name="KSO_WM_UNIT_PRESET_TEXT" val="单击此处添加标题"/>
</p:tagLst>
</file>

<file path=ppt/tags/tag2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188897835&quot;,&quot;product_name&quot;:&quot;365wps-copilotchat-web&quot;,&quot;intention_code&quot;:&quot;365wps_cc_create_ppt&quot;}*gallery_gallery_3.0.4_Mock_V1_prod*9bffc87344d247afb32dd25ac1674204-slide-10"/>
</p:tagLst>
</file>

<file path=ppt/tags/tag27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279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68"/>
  <p:tag name="KSO_WM_TEMPLATE_SLIDE_ID" val="slide_3461ed1a5b67fef1"/>
</p:tagLst>
</file>

<file path=ppt/tags/tag28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0"/>
  <p:tag name="KSO_WM_UNIT_LAYERLEVEL" val="1"/>
  <p:tag name="KSO_WM_UNIT_ID" val="custom40494640_3*a*1"/>
  <p:tag name="KSO_WM_TAG_VERSION" val="3.0"/>
  <p:tag name="KSO_WM_UNIT_ISCONTENTSTITLE" val="0"/>
  <p:tag name="KSO_WM_UNIT_ISNUMDGMTITLE" val="0"/>
  <p:tag name="KSO_WM_UNIT_PRESET_TEXT" val="章节页的标题内容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</p:tagLst>
</file>

<file path=ppt/tags/tag281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0"/>
  <p:tag name="KSO_WM_UNIT_LAYERLEVEL" val="1"/>
  <p:tag name="KSO_WM_UNIT_ID" val="custom40494640_3*e*1"/>
  <p:tag name="KSO_WM_TAG_VERSION" val="3.0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</p:tagLst>
</file>

<file path=ppt/tags/tag282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0"/>
  <p:tag name="KSO_WM_SLIDE_ID" val="custom40494640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b2b0a8a4e2717cc578b2664ac4392770970206a"/>
  <p:tag name="KSO_WM_NEWLAYOUT_GROUP_ID" val="layout_60"/>
  <p:tag name="KSO_WM_NEWLAYOUT_ID" val="slide_cf12a0797d45ec7a"/>
  <p:tag name="KSO_WM_UNIT_PRESET_TEXT" val="单击此处添加标题"/>
</p:tagLst>
</file>

<file path=ppt/tags/tag2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0"/>
</p:tagLst>
</file>

<file path=ppt/tags/tag285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28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68"/>
  <p:tag name="KSO_WM_TEMPLATE_SLIDE_ID" val="slide_cf12a0797d45ec7a"/>
</p:tagLst>
</file>

<file path=ppt/tags/tag289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TEMPLATE_CATEGORY" val="custom"/>
  <p:tag name="KSO_WM_TEMPLATE_INDEX" val="40494640"/>
  <p:tag name="KSO_WM_UNIT_LAYERLEVEL" val="1"/>
  <p:tag name="KSO_WM_UNIT_ID" val="custom40494640_5*b*1"/>
  <p:tag name="KSO_WM_TAG_VERSION" val="3.0"/>
  <p:tag name="KSO_WM_UNIT_ISCONTENTSTITLE" val="0"/>
  <p:tag name="KSO_WM_UNIT_ISNUMDGMTITLE" val="0"/>
  <p:tag name="KSO_WM_UNIT_PRESET_TEXT" val="THE END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</p:tagLst>
</file>

<file path=ppt/tags/tag29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0"/>
  <p:tag name="KSO_WM_UNIT_LAYERLEVEL" val="1"/>
  <p:tag name="KSO_WM_UNIT_ID" val="custom40494640_5*a*1"/>
  <p:tag name="KSO_WM_TAG_VERSION" val="3.0"/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PRESET_TEXT" val="谢谢观看"/>
</p:tagLst>
</file>

<file path=ppt/tags/tag291.xml><?xml version="1.0" encoding="utf-8"?>
<p:tagLst xmlns:p="http://schemas.openxmlformats.org/presentationml/2006/main">
  <p:tag name="KSO_WM_FIGMA_LIMIT" val=""/>
  <p:tag name="KSO_WM_FIGMA_SLIDE_GROUP" val="1"/>
  <p:tag name="KSO_WM_SLIDE_TYPE" val="endPage"/>
  <p:tag name="KSO_WM_TEMPLATE_SUBCATEGORY" val="29"/>
  <p:tag name="KSO_WM_TAG_VERSION" val="3.0"/>
  <p:tag name="KSO_WM_TEMPLATE_CATEGORY" val="custom"/>
  <p:tag name="KSO_WM_TEMPLATE_INDEX" val="40494640"/>
  <p:tag name="KSO_WM_SLIDE_ID" val="custom40494640_5"/>
  <p:tag name="KSO_WM_TEMPLATE_MASTER_TYPE" val="0"/>
  <p:tag name="KSO_WM_TEMPLATE_COLOR_TYPE" val="0"/>
  <p:tag name="KSO_WM_SLIDE_ITEM_CNT" val="0"/>
  <p:tag name="KSO_WM_SLIDE_INDEX" val="5"/>
  <p:tag name="KSO_WM_BEAUTIFY_FLAG" val="#wm#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绿色班会卡通主题">
  <a:themeElements>
    <a:clrScheme name="自定义 355">
      <a:dk1>
        <a:srgbClr val="000000"/>
      </a:dk1>
      <a:lt1>
        <a:srgbClr val="FFFFFF"/>
      </a:lt1>
      <a:dk2>
        <a:srgbClr val="253710"/>
      </a:dk2>
      <a:lt2>
        <a:srgbClr val="F4FFE5"/>
      </a:lt2>
      <a:accent1>
        <a:srgbClr val="81C637"/>
      </a:accent1>
      <a:accent2>
        <a:srgbClr val="5A89F2"/>
      </a:accent2>
      <a:accent3>
        <a:srgbClr val="72AF30"/>
      </a:accent3>
      <a:accent4>
        <a:srgbClr val="4379F0"/>
      </a:accent4>
      <a:accent5>
        <a:srgbClr val="6BA626"/>
      </a:accent5>
      <a:accent6>
        <a:srgbClr val="3044DC"/>
      </a:accent6>
      <a:hlink>
        <a:srgbClr val="71B727"/>
      </a:hlink>
      <a:folHlink>
        <a:srgbClr val="3D72E7"/>
      </a:folHlink>
    </a:clrScheme>
    <a:fontScheme name="自定义 21">
      <a:majorFont>
        <a:latin typeface="汉仪正圆-75W"/>
        <a:ea typeface="汉仪正圆-75W"/>
        <a:cs typeface=""/>
      </a:majorFont>
      <a:minorFont>
        <a:latin typeface="汉仪正圆 55简"/>
        <a:ea typeface="汉仪正圆 55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绿色班会卡通主题">
  <a:themeElements>
    <a:clrScheme name="">
      <a:dk1>
        <a:srgbClr val="000000"/>
      </a:dk1>
      <a:lt1>
        <a:srgbClr val="FFFFFF"/>
      </a:lt1>
      <a:dk2>
        <a:srgbClr val="253710"/>
      </a:dk2>
      <a:lt2>
        <a:srgbClr val="F9FFF2"/>
      </a:lt2>
      <a:accent1>
        <a:srgbClr val="81C637"/>
      </a:accent1>
      <a:accent2>
        <a:srgbClr val="5A89F2"/>
      </a:accent2>
      <a:accent3>
        <a:srgbClr val="C5EE95"/>
      </a:accent3>
      <a:accent4>
        <a:srgbClr val="4379F0"/>
      </a:accent4>
      <a:accent5>
        <a:srgbClr val="6CAC27"/>
      </a:accent5>
      <a:accent6>
        <a:srgbClr val="2538D9"/>
      </a:accent6>
      <a:hlink>
        <a:srgbClr val="71B727"/>
      </a:hlink>
      <a:folHlink>
        <a:srgbClr val="3D72E7"/>
      </a:folHlink>
    </a:clrScheme>
    <a:fontScheme name="自定义 21">
      <a:majorFont>
        <a:latin typeface="汉仪正圆-75W"/>
        <a:ea typeface="汉仪正圆-75W"/>
        <a:cs typeface=""/>
      </a:majorFont>
      <a:minorFont>
        <a:latin typeface="汉仪正圆 55简"/>
        <a:ea typeface="汉仪正圆 55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WPS Office WWO_wpscloud_20251224173010-b51a25e58c</Application>
  <PresentationFormat>宽屏</PresentationFormat>
  <Paragraphs>106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汉仪正圆-75W</vt:lpstr>
      <vt:lpstr>汉仪中黑KW</vt:lpstr>
      <vt:lpstr>汉仪正圆 55简</vt:lpstr>
      <vt:lpstr>Wingdings</vt:lpstr>
      <vt:lpstr>Office 主题</vt:lpstr>
      <vt:lpstr>1_绿色班会卡通主题</vt:lpstr>
      <vt:lpstr>2_绿色班会卡通主题</vt:lpstr>
      <vt:lpstr>Office高效使用实用教程</vt:lpstr>
      <vt:lpstr>目录</vt:lpstr>
      <vt:lpstr>Office套件概览与基础操作</vt:lpstr>
      <vt:lpstr>Office界面布局与通用操作</vt:lpstr>
      <vt:lpstr>文件管理与格式转换技巧</vt:lpstr>
      <vt:lpstr>Word核心功能与高效编辑</vt:lpstr>
      <vt:lpstr>文档格式快速统一技巧</vt:lpstr>
      <vt:lpstr>长文档编辑与排版技巧</vt:lpstr>
      <vt:lpstr>Excel数据处理基础</vt:lpstr>
      <vt:lpstr>表格数据快速录入与整理</vt:lpstr>
      <vt:lpstr>基础数据统计与可视化</vt:lpstr>
      <vt:lpstr>高效办公总结与资源推荐</vt:lpstr>
      <vt:lpstr>核心技巧回顾与后续学习路径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Office高效使用实用教程</dc:title>
  <dc:creator/>
  <cp:lastModifiedBy/>
  <dcterms:created xsi:type="dcterms:W3CDTF">2026-01-06T06:10:32Z</dcterms:created>
  <dcterms:modified xsi:type="dcterms:W3CDTF">2026-01-06T06:10:32Z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2052-12.9.0.24678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v1.0_ai_69796643668</vt:lpwstr>
  </property>
</Properties>
</file>